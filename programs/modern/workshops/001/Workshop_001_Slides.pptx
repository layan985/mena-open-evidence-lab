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f05e066620d4369" /><Relationship Type="http://schemas.openxmlformats.org/officeDocument/2006/relationships/extended-properties" Target="/docProps/app.xml" Id="Rf6775987fdd64c74" /><Relationship Type="http://schemas.openxmlformats.org/officeDocument/2006/relationships/officeDocument" Target="/ppt/presentation.xml" Id="R0aa94789a458451b" /></Relationships>
</file>

<file path=ppt/presentation.xml><?xml version="1.0" encoding="utf-8"?>
<p:presentation xmlns:p="http://schemas.openxmlformats.org/presentationml/2006/main">
  <p:sldMasterIdLst>
    <p:sldMasterId xmlns:r="http://schemas.openxmlformats.org/officeDocument/2006/relationships" id="2147483648" r:id="R30c681c326df4d50"/>
  </p:sldMasterIdLst>
  <p:notesMasterIdLst>
    <p:notesMasterId xmlns:r="http://schemas.openxmlformats.org/officeDocument/2006/relationships" r:id="Rb16b0214be82474b"/>
  </p:notesMasterIdLst>
  <p:sldIdLst>
    <p:sldId xmlns:r="http://schemas.openxmlformats.org/officeDocument/2006/relationships" id="256" r:id="R6927abcec8234389"/>
    <p:sldId xmlns:r="http://schemas.openxmlformats.org/officeDocument/2006/relationships" id="257" r:id="R4f82c17696f44ba9"/>
    <p:sldId xmlns:r="http://schemas.openxmlformats.org/officeDocument/2006/relationships" id="258" r:id="Rbf7e0ea92e09419c"/>
    <p:sldId xmlns:r="http://schemas.openxmlformats.org/officeDocument/2006/relationships" id="259" r:id="Rdf11fb4277554db9"/>
    <p:sldId xmlns:r="http://schemas.openxmlformats.org/officeDocument/2006/relationships" id="260" r:id="R0f9075ef876148ad"/>
    <p:sldId xmlns:r="http://schemas.openxmlformats.org/officeDocument/2006/relationships" id="261" r:id="R38c2820170af4c02"/>
    <p:sldId xmlns:r="http://schemas.openxmlformats.org/officeDocument/2006/relationships" id="262" r:id="R1977547ad8a542f4"/>
    <p:sldId xmlns:r="http://schemas.openxmlformats.org/officeDocument/2006/relationships" id="263" r:id="Ref8ed4244d354960"/>
    <p:sldId xmlns:r="http://schemas.openxmlformats.org/officeDocument/2006/relationships" id="264" r:id="R239babc26b584e48"/>
    <p:sldId xmlns:r="http://schemas.openxmlformats.org/officeDocument/2006/relationships" id="265" r:id="Rc323f2cf6fd94ea6"/>
    <p:sldId xmlns:r="http://schemas.openxmlformats.org/officeDocument/2006/relationships" id="266" r:id="Ra0caf14eb4664ae1"/>
    <p:sldId xmlns:r="http://schemas.openxmlformats.org/officeDocument/2006/relationships" id="267" r:id="R693ac241ec034e60"/>
    <p:sldId xmlns:r="http://schemas.openxmlformats.org/officeDocument/2006/relationships" id="268" r:id="Reb525831853c4836"/>
    <p:sldId xmlns:r="http://schemas.openxmlformats.org/officeDocument/2006/relationships" id="269" r:id="R1276b1cd707b432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acc741bd05845f7" /><Relationship Type="http://schemas.openxmlformats.org/officeDocument/2006/relationships/slideMaster" Target="/ppt/slideMasters/slideMaster1.xml" Id="R30c681c326df4d50" /><Relationship Type="http://schemas.openxmlformats.org/officeDocument/2006/relationships/notesMaster" Target="/ppt/notesMasters/notesMaster1.xml" Id="Rb16b0214be82474b" /><Relationship Type="http://schemas.openxmlformats.org/officeDocument/2006/relationships/presProps" Target="/ppt/presProps.xml" Id="Rc9afa6725081478e" /><Relationship Type="http://schemas.openxmlformats.org/officeDocument/2006/relationships/tableStyles" Target="/ppt/tableStyles.xml" Id="Ra05e62e347c1470e" /><Relationship Type="http://schemas.openxmlformats.org/officeDocument/2006/relationships/slide" Target="/ppt/slides/slide1.xml" Id="R6927abcec8234389" /><Relationship Type="http://schemas.openxmlformats.org/officeDocument/2006/relationships/slide" Target="/ppt/slides/slide2.xml" Id="R4f82c17696f44ba9" /><Relationship Type="http://schemas.openxmlformats.org/officeDocument/2006/relationships/slide" Target="/ppt/slides/slide3.xml" Id="Rbf7e0ea92e09419c" /><Relationship Type="http://schemas.openxmlformats.org/officeDocument/2006/relationships/slide" Target="/ppt/slides/slide4.xml" Id="Rdf11fb4277554db9" /><Relationship Type="http://schemas.openxmlformats.org/officeDocument/2006/relationships/slide" Target="/ppt/slides/slide5.xml" Id="R0f9075ef876148ad" /><Relationship Type="http://schemas.openxmlformats.org/officeDocument/2006/relationships/slide" Target="/ppt/slides/slide6.xml" Id="R38c2820170af4c02" /><Relationship Type="http://schemas.openxmlformats.org/officeDocument/2006/relationships/slide" Target="/ppt/slides/slide7.xml" Id="R1977547ad8a542f4" /><Relationship Type="http://schemas.openxmlformats.org/officeDocument/2006/relationships/slide" Target="/ppt/slides/slide8.xml" Id="Ref8ed4244d354960" /><Relationship Type="http://schemas.openxmlformats.org/officeDocument/2006/relationships/slide" Target="/ppt/slides/slide9.xml" Id="R239babc26b584e48" /><Relationship Type="http://schemas.openxmlformats.org/officeDocument/2006/relationships/slide" Target="/ppt/slides/slide10.xml" Id="Rc323f2cf6fd94ea6" /><Relationship Type="http://schemas.openxmlformats.org/officeDocument/2006/relationships/slide" Target="/ppt/slides/slide11.xml" Id="Ra0caf14eb4664ae1" /><Relationship Type="http://schemas.openxmlformats.org/officeDocument/2006/relationships/slide" Target="/ppt/slides/slide12.xml" Id="R693ac241ec034e60" /><Relationship Type="http://schemas.openxmlformats.org/officeDocument/2006/relationships/slide" Target="/ppt/slides/slide13.xml" Id="Reb525831853c4836" /><Relationship Type="http://schemas.openxmlformats.org/officeDocument/2006/relationships/slide" Target="/ppt/slides/slide14.xml" Id="R1276b1cd707b43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193b4c98e742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2eddec1bf804472" /><Relationship Type="http://schemas.openxmlformats.org/officeDocument/2006/relationships/notesMaster" Target="/ppt/notesMasters/notesMaster1.xml" Id="R079bc6d55d1b4d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4b93ec86202d4147" /><Relationship Type="http://schemas.openxmlformats.org/officeDocument/2006/relationships/notesMaster" Target="/ppt/notesMasters/notesMaster1.xml" Id="R45a53764ffce4750" /></Relationships>
</file>

<file path=ppt/notesSlides/_rels/notesSlide3.xml.rels>&#65279;<?xml version="1.0" encoding="utf-8"?><Relationships xmlns="http://schemas.openxmlformats.org/package/2006/relationships"><Relationship Type="http://schemas.openxmlformats.org/officeDocument/2006/relationships/slide" Target="/ppt/slides/slide3.xml" Id="Rb89adb96c0e846d5" /><Relationship Type="http://schemas.openxmlformats.org/officeDocument/2006/relationships/notesMaster" Target="/ppt/notesMasters/notesMaster1.xml" Id="R992669e2b00b4b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a6bdeb6633cf40b3" /><Relationship Type="http://schemas.openxmlformats.org/officeDocument/2006/relationships/notesMaster" Target="/ppt/notesMasters/notesMaster1.xml" Id="R712021e3c2184b9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b81bcc781f94c72" /><Relationship Type="http://schemas.openxmlformats.org/officeDocument/2006/relationships/notesMaster" Target="/ppt/notesMasters/notesMaster1.xml" Id="R08af78c9f9c940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e565afacca7d4c70" /><Relationship Type="http://schemas.openxmlformats.org/officeDocument/2006/relationships/notesMaster" Target="/ppt/notesMasters/notesMaster1.xml" Id="Re5a3403281654e9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22fb7d130dd4450" /><Relationship Type="http://schemas.openxmlformats.org/officeDocument/2006/relationships/notesMaster" Target="/ppt/notesMasters/notesMaster1.xml" Id="R5562fae0773c42d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d836c4dd5404d76" /><Relationship Type="http://schemas.openxmlformats.org/officeDocument/2006/relationships/notesMaster" Target="/ppt/notesMasters/notesMaster1.xml" Id="R983c837fa14b4a02" /></Relationships>
</file>

<file path=ppt/notesSlides/_rels/notesSlide9.xml.rels>&#65279;<?xml version="1.0" encoding="utf-8"?><Relationships xmlns="http://schemas.openxmlformats.org/package/2006/relationships"><Relationship Type="http://schemas.openxmlformats.org/officeDocument/2006/relationships/slide" Target="/ppt/slides/slide9.xml" Id="R715dbad2ef074152" /><Relationship Type="http://schemas.openxmlformats.org/officeDocument/2006/relationships/notesMaster" Target="/ppt/notesMasters/notesMaster1.xml" Id="Rbca05774c3d64da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a3b734420bb4f86" /><Relationship Type="http://schemas.openxmlformats.org/officeDocument/2006/relationships/notesMaster" Target="/ppt/notesMasters/notesMaster1.xml" Id="Raf5eba3f9d174e5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97db9b351994365" /><Relationship Type="http://schemas.openxmlformats.org/officeDocument/2006/relationships/notesMaster" Target="/ppt/notesMasters/notesMaster1.xml" Id="R764db16dc8ca410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fcce253aaa04a1b" /><Relationship Type="http://schemas.openxmlformats.org/officeDocument/2006/relationships/notesMaster" Target="/ppt/notesMasters/notesMaster1.xml" Id="R80e51f612ffb44d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458c421106542f2" /><Relationship Type="http://schemas.openxmlformats.org/officeDocument/2006/relationships/notesMaster" Target="/ppt/notesMasters/notesMaster1.xml" Id="Rb5185cbd28204f1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0896e8f9f584b83" /><Relationship Type="http://schemas.openxmlformats.org/officeDocument/2006/relationships/notesMaster" Target="/ppt/notesMasters/notesMaster1.xml" Id="R28ce5220442e4d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0–2 minutes. Welcome participants and state that the session uses synthetic data. Do not describe the workshop as delivered until the live session occurs. Ask participants to open the public workshop folder before proceeding.</a:t>
            </a:r>
          </a:p>
          <a:p xmlns:a="http://schemas.openxmlformats.org/drawingml/2006/main">
            <a:r>
              <a:t/>
            </a:r>
          </a:p>
          <a:p xmlns:a="http://schemas.openxmlformats.org/drawingml/2006/main">
            <a:r>
              <a:t>[Sources]</a:t>
            </a:r>
          </a:p>
          <a:p xmlns:a="http://schemas.openxmlformats.org/drawingml/2006/main">
            <a:r>
              <a:t>- programs/modern/workshops/001/README.md</a:t>
            </a:r>
          </a:p>
          <a:p xmlns:a="http://schemas.openxmlformats.org/drawingml/2006/main">
            <a:r>
              <a:t>- programs/modern/workshops/001/instructor_guide.md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2–10 minutes. Ask for examples of research that could not be rerun because a file, transformation, package version, or instruction was missing. Keep the distinction clear: reproducible does not automatically mean causally valid.</a:t>
            </a:r>
          </a:p>
          <a:p xmlns:a="http://schemas.openxmlformats.org/drawingml/2006/main">
            <a:r>
              <a:t/>
            </a:r>
          </a:p>
          <a:p xmlns:a="http://schemas.openxmlformats.org/drawingml/2006/main">
            <a:r>
              <a:t>[Sources]</a:t>
            </a:r>
          </a:p>
          <a:p xmlns:a="http://schemas.openxmlformats.org/drawingml/2006/main">
            <a:r>
              <a:t>- programs/modern/workshops/001/instructor_guide.md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10–14 minutes. Walk left-to-right through the research object. Emphasize that a DOI cannot repair an undocumented transformation and that a public repository without a frozen release is still ambiguous.</a:t>
            </a:r>
          </a:p>
          <a:p xmlns:a="http://schemas.openxmlformats.org/drawingml/2006/main">
            <a:r>
              <a:t/>
            </a:r>
          </a:p>
          <a:p xmlns:a="http://schemas.openxmlformats.org/drawingml/2006/main">
            <a:r>
              <a:t>[Sources]</a:t>
            </a:r>
          </a:p>
          <a:p xmlns:a="http://schemas.openxmlformats.org/drawingml/2006/main">
            <a:r>
              <a:t>- programs/modern/workshops/001/instructor_guide.md</a:t>
            </a:r>
          </a:p>
          <a:p xmlns:a="http://schemas.openxmlformats.org/drawingml/2006/main">
            <a:r>
              <a:t>- programs/modern/DATASET_STANDARD.md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14–25 minutes. Have participants inspect panel.csv. They must verify the row count, unique keys, treatment timing, missingness, and variable meanings before running analysis.py. Ask what would make the same structure dangerous if it represented a real policy.</a:t>
            </a:r>
          </a:p>
          <a:p xmlns:a="http://schemas.openxmlformats.org/drawingml/2006/main">
            <a:r>
              <a:t/>
            </a:r>
          </a:p>
          <a:p xmlns:a="http://schemas.openxmlformats.org/drawingml/2006/main">
            <a:r>
              <a:t>[Sources]</a:t>
            </a:r>
          </a:p>
          <a:p xmlns:a="http://schemas.openxmlformats.org/drawingml/2006/main">
            <a:r>
              <a:t>- programs/modern/workshops/001/data/panel.csv</a:t>
            </a:r>
          </a:p>
          <a:p xmlns:a="http://schemas.openxmlformats.org/drawingml/2006/main">
            <a:r>
              <a:t>- programs/modern/workshops/001/exercise.md</a:t>
            </a:r>
          </a:p>
          <a:p xmlns:a="http://schemas.openxmlformats.org/drawingml/2006/main">
            <a:r>
              <a:t>- programs/modern/workshops/001/answer_key.md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25–30 minutes. Let participants run their own checks before showing analysis.py. A passing script is evidence only for the checks it contains; it is not evidence that the research design is valid.</a:t>
            </a:r>
          </a:p>
          <a:p xmlns:a="http://schemas.openxmlformats.org/drawingml/2006/main">
            <a:r>
              <a:t/>
            </a:r>
          </a:p>
          <a:p xmlns:a="http://schemas.openxmlformats.org/drawingml/2006/main">
            <a:r>
              <a:t>[Sources]</a:t>
            </a:r>
          </a:p>
          <a:p xmlns:a="http://schemas.openxmlformats.org/drawingml/2006/main">
            <a:r>
              <a:t>- programs/modern/workshops/001/analysis.py</a:t>
            </a:r>
          </a:p>
          <a:p xmlns:a="http://schemas.openxmlformats.org/drawingml/2006/main">
            <a:r>
              <a:t>- programs/modern/workshops/001/exercise.md</a:t>
            </a:r>
          </a:p>
          <a:p xmlns:a="http://schemas.openxmlformats.org/drawingml/2006/main">
            <a:r>
              <a:t>- programs/modern/workshops/001/answer_key.md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30–40 minutes. Do not show the numbers until groups have committed to their own calculation. Ask participants to explain the estimand in words before introducing the regression.</a:t>
            </a:r>
          </a:p>
          <a:p xmlns:a="http://schemas.openxmlformats.org/drawingml/2006/main">
            <a:r>
              <a:t/>
            </a:r>
          </a:p>
          <a:p xmlns:a="http://schemas.openxmlformats.org/drawingml/2006/main">
            <a:r>
              <a:t>[Sources]</a:t>
            </a:r>
          </a:p>
          <a:p xmlns:a="http://schemas.openxmlformats.org/drawingml/2006/main">
            <a:r>
              <a:t>- programs/modern/workshops/001/answer_key.md</a:t>
            </a:r>
          </a:p>
          <a:p xmlns:a="http://schemas.openxmlformats.org/drawingml/2006/main">
            <a:r>
              <a:t>- programs/modern/workshops/001/analysis.py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40–45 minutes. Reveal the verified result. Small differences only in the final displayed decimal are acceptable. This result describes a synthetic exercise and makes no claim about any real policy.</a:t>
            </a:r>
          </a:p>
          <a:p xmlns:a="http://schemas.openxmlformats.org/drawingml/2006/main">
            <a:r>
              <a:t/>
            </a:r>
          </a:p>
          <a:p xmlns:a="http://schemas.openxmlformats.org/drawingml/2006/main">
            <a:r>
              <a:t>[Sources]</a:t>
            </a:r>
          </a:p>
          <a:p xmlns:a="http://schemas.openxmlformats.org/drawingml/2006/main">
            <a:r>
              <a:t>- programs/modern/workshops/001/analysis.py</a:t>
            </a:r>
          </a:p>
          <a:p xmlns:a="http://schemas.openxmlformats.org/drawingml/2006/main">
            <a:r>
              <a:t>- programs/modern/workshops/001/answer_key.md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45–55 minutes. Estimate the basic regression in participants' preferred software. Explain why the interaction coefficient equals the hand-calculated DiD in this simple 2×2 setup. Do not let the model output obscure the design assumptions.</a:t>
            </a:r>
          </a:p>
          <a:p xmlns:a="http://schemas.openxmlformats.org/drawingml/2006/main">
            <a:r>
              <a:t/>
            </a:r>
          </a:p>
          <a:p xmlns:a="http://schemas.openxmlformats.org/drawingml/2006/main">
            <a:r>
              <a:t>[Sources]</a:t>
            </a:r>
          </a:p>
          <a:p xmlns:a="http://schemas.openxmlformats.org/drawingml/2006/main">
            <a:r>
              <a:t>- programs/modern/workshops/001/exercise.md</a:t>
            </a:r>
          </a:p>
          <a:p xmlns:a="http://schemas.openxmlformats.org/drawingml/2006/main">
            <a:r>
              <a:t>- programs/modern/workshops/001/answer_key.md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55–68 minutes. Discuss the counterfactual trend logic, anticipation, staggered treatment, composition changes, serial correlation, few-cluster inference, outcome redefinition, and sample restrictions. Pre-trends are diagnostics, not proof.</a:t>
            </a:r>
          </a:p>
          <a:p xmlns:a="http://schemas.openxmlformats.org/drawingml/2006/main">
            <a:r>
              <a:t/>
            </a:r>
          </a:p>
          <a:p xmlns:a="http://schemas.openxmlformats.org/drawingml/2006/main">
            <a:r>
              <a:t>[Sources]</a:t>
            </a:r>
          </a:p>
          <a:p xmlns:a="http://schemas.openxmlformats.org/drawingml/2006/main">
            <a:r>
              <a:t>- programs/modern/workshops/001/instructor_guide.md</a:t>
            </a:r>
          </a:p>
          <a:p xmlns:a="http://schemas.openxmlformats.org/drawingml/2006/main">
            <a:r>
              <a:t>- programs/modern/workshops/001/answer_key.md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68–72 minutes. Invite participants to propose one change that should cause the validation script to fail and one sensitivity check that should produce a new, explicitly labeled result. Raw inputs must never be silently edited.</a:t>
            </a:r>
          </a:p>
          <a:p xmlns:a="http://schemas.openxmlformats.org/drawingml/2006/main">
            <a:r>
              <a:t/>
            </a:r>
          </a:p>
          <a:p xmlns:a="http://schemas.openxmlformats.org/drawingml/2006/main">
            <a:r>
              <a:t>[Sources]</a:t>
            </a:r>
          </a:p>
          <a:p xmlns:a="http://schemas.openxmlformats.org/drawingml/2006/main">
            <a:r>
              <a:t>- programs/modern/workshops/001/exercise.md</a:t>
            </a:r>
          </a:p>
          <a:p xmlns:a="http://schemas.openxmlformats.org/drawingml/2006/main">
            <a:r>
              <a:t>- programs/modern/DATASET_STANDARD.md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72–80 minutes. Pair participants. Person A may provide only the public folder or repository URL; no spoken instructions. Person B records every point of friction and must independently recover the 56 rows, four means, and 2.6679167 result.</a:t>
            </a:r>
          </a:p>
          <a:p xmlns:a="http://schemas.openxmlformats.org/drawingml/2006/main">
            <a:r>
              <a:t/>
            </a:r>
          </a:p>
          <a:p xmlns:a="http://schemas.openxmlformats.org/drawingml/2006/main">
            <a:r>
              <a:t>[Sources]</a:t>
            </a:r>
          </a:p>
          <a:p xmlns:a="http://schemas.openxmlformats.org/drawingml/2006/main">
            <a:r>
              <a:t>- programs/modern/workshops/001/instructor_guide.md</a:t>
            </a:r>
          </a:p>
          <a:p xmlns:a="http://schemas.openxmlformats.org/drawingml/2006/main">
            <a:r>
              <a:t>- programs/modern/workshops/001/answer_key.md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80–84 minutes. This slide is a template, not a record of actual participant findings. Pairs must replace the examples with what happened in the live handoff, then repair one documentation problem without deleting the original discrepancy record.</a:t>
            </a:r>
          </a:p>
          <a:p xmlns:a="http://schemas.openxmlformats.org/drawingml/2006/main">
            <a:r>
              <a:t/>
            </a:r>
          </a:p>
          <a:p xmlns:a="http://schemas.openxmlformats.org/drawingml/2006/main">
            <a:r>
              <a:t>[Sources]</a:t>
            </a:r>
          </a:p>
          <a:p xmlns:a="http://schemas.openxmlformats.org/drawingml/2006/main">
            <a:r>
              <a:t>- programs/modern/workshops/001/instructor_guide.md</a:t>
            </a:r>
          </a:p>
          <a:p xmlns:a="http://schemas.openxmlformats.org/drawingml/2006/main">
            <a:r>
              <a:t>- programs/modern/GOVERNANCE.md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84–90 minutes. Collect the three exit-ticket answers. Count a reproduction pass only when a participant other than the instructor used only the public materials and recovered the required outputs. Archive totals, not personal data that participants did not consent to publish.</a:t>
            </a:r>
          </a:p>
          <a:p xmlns:a="http://schemas.openxmlformats.org/drawingml/2006/main">
            <a:r>
              <a:t/>
            </a:r>
          </a:p>
          <a:p xmlns:a="http://schemas.openxmlformats.org/drawingml/2006/main">
            <a:r>
              <a:t>[Sources]</a:t>
            </a:r>
          </a:p>
          <a:p xmlns:a="http://schemas.openxmlformats.org/drawingml/2006/main">
            <a:r>
              <a:t>- programs/modern/workshops/001/instructor_guide.md</a:t>
            </a:r>
          </a:p>
          <a:p xmlns:a="http://schemas.openxmlformats.org/drawingml/2006/main">
            <a:r>
              <a:t>- programs/modern/IMPACT_METRICS.md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restating that the workshop is about producing a complete research object, not merely matching one coefficient. Remind participants where to submit reproduction notes and that materials remain versioned after the session.</a:t>
            </a:r>
          </a:p>
          <a:p xmlns:a="http://schemas.openxmlformats.org/drawingml/2006/main">
            <a:r>
              <a:t/>
            </a:r>
          </a:p>
          <a:p xmlns:a="http://schemas.openxmlformats.org/drawingml/2006/main">
            <a:r>
              <a:t>[Sources]</a:t>
            </a:r>
          </a:p>
          <a:p xmlns:a="http://schemas.openxmlformats.org/drawingml/2006/main">
            <a:r>
              <a:t>- programs/modern/workshops/001/README.md</a:t>
            </a:r>
          </a:p>
          <a:p xmlns:a="http://schemas.openxmlformats.org/drawingml/2006/main">
            <a:r>
              <a:t>- programs/modern/workshops/001/REGISTER.md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21f6dc9688148d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4ac412dff0d4785" /><Relationship Type="http://schemas.openxmlformats.org/officeDocument/2006/relationships/slideLayout" Target="/ppt/slideLayouts/slideLayout1.xml" Id="R1953150dec054a3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53150dec054a3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2f6b35544854171" /><Relationship Type="http://schemas.openxmlformats.org/officeDocument/2006/relationships/notesSlide" Target="/ppt/notesSlides/notesSlide1.xml" Id="R68d19bb1e8ba4d9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723dfb23c064f2c" /><Relationship Type="http://schemas.openxmlformats.org/officeDocument/2006/relationships/notesSlide" Target="/ppt/notesSlides/notesSlide2.xml" Id="R81d52f071708405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848544c25cc4146" /><Relationship Type="http://schemas.openxmlformats.org/officeDocument/2006/relationships/notesSlide" Target="/ppt/notesSlides/notesSlide3.xml" Id="R57f3c882400445d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6eb106fa01a4c81" /><Relationship Type="http://schemas.openxmlformats.org/officeDocument/2006/relationships/notesSlide" Target="/ppt/notesSlides/notesSlide4.xml" Id="R177410b2f0a34aa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98efae98f934428" /><Relationship Type="http://schemas.openxmlformats.org/officeDocument/2006/relationships/notesSlide" Target="/ppt/notesSlides/notesSlide5.xml" Id="R65935637632b423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20765bbe9674b31" /><Relationship Type="http://schemas.openxmlformats.org/officeDocument/2006/relationships/notesSlide" Target="/ppt/notesSlides/notesSlide6.xml" Id="Rd9a2fb3073ee4f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f06827e30d4400c" /><Relationship Type="http://schemas.openxmlformats.org/officeDocument/2006/relationships/notesSlide" Target="/ppt/notesSlides/notesSlide7.xml" Id="Re1187e860198441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cd6703e34df432e" /><Relationship Type="http://schemas.openxmlformats.org/officeDocument/2006/relationships/notesSlide" Target="/ppt/notesSlides/notesSlide8.xml" Id="R769c2f0d5525441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7e97568de694417" /><Relationship Type="http://schemas.openxmlformats.org/officeDocument/2006/relationships/notesSlide" Target="/ppt/notesSlides/notesSlide9.xml" Id="R6286489ad1ec4f9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e8e8640c2ec4913" /><Relationship Type="http://schemas.openxmlformats.org/officeDocument/2006/relationships/notesSlide" Target="/ppt/notesSlides/notesSlide10.xml" Id="R46a12fa4be784d1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30301967192413a" /><Relationship Type="http://schemas.openxmlformats.org/officeDocument/2006/relationships/notesSlide" Target="/ppt/notesSlides/notesSlide11.xml" Id="R60ae0efc028d42b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cee25f668994e7d" /><Relationship Type="http://schemas.openxmlformats.org/officeDocument/2006/relationships/notesSlide" Target="/ppt/notesSlides/notesSlide12.xml" Id="R13272045618b47b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95b8ae4f2014ad7" /><Relationship Type="http://schemas.openxmlformats.org/officeDocument/2006/relationships/notesSlide" Target="/ppt/notesSlides/notesSlide13.xml" Id="R4d6e4e9b83844ab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f2765a3ae3b434f" /><Relationship Type="http://schemas.openxmlformats.org/officeDocument/2006/relationships/notesSlide" Target="/ppt/notesSlides/notesSlide14.xml" Id="Rc5804e7bef4a46ea" /></Relationships>
</file>

<file path=ppt/slides/slide1.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6A3A02C-BB56-4960-BBD1-429DE765B4F1}"/>
              </a:ext>
            </a:extLst>
          </p:cNvPr>
          <p:cNvSpPr>
            <a:spLocks xmlns:a="http://schemas.openxmlformats.org/drawingml/2006/main" noGrp="1"/>
          </p:cNvSpPr>
          <p:nvPr/>
        </p:nvSpPr>
        <p:spPr>
          <a:xfrm xmlns:a="http://schemas.openxmlformats.org/drawingml/2006/main">
            <a:off x="8763000" y="0"/>
            <a:ext cx="3429000" cy="6858000"/>
          </a:xfrm>
          <a:prstGeom xmlns:a="http://schemas.openxmlformats.org/drawingml/2006/main" prst="rect">
            <a:avLst/>
          </a:prstGeom>
          <a:solidFill xmlns:a="http://schemas.openxmlformats.org/drawingml/2006/main">
            <a:srgbClr val="2448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CDE339C-ED5B-42A1-8560-E0EE3757CCF5}"/>
              </a:ext>
            </a:extLst>
          </p:cNvPr>
          <p:cNvSpPr>
            <a:spLocks xmlns:a="http://schemas.openxmlformats.org/drawingml/2006/main" noGrp="1"/>
          </p:cNvSpPr>
          <p:nvPr/>
        </p:nvSpPr>
        <p:spPr>
          <a:xfrm xmlns:a="http://schemas.openxmlformats.org/drawingml/2006/main">
            <a:off x="609600" y="457200"/>
            <a:ext cx="266700" cy="266700"/>
          </a:xfrm>
          <a:prstGeom xmlns:a="http://schemas.openxmlformats.org/drawingml/2006/main" prst="rect">
            <a:avLst/>
          </a:prstGeom>
          <a:solidFill xmlns:a="http://schemas.openxmlformats.org/drawingml/2006/main">
            <a:srgbClr val="2448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7354034-4512-45FE-B082-AE82A98758A6}"/>
              </a:ext>
            </a:extLst>
          </p:cNvPr>
          <p:cNvSpPr>
            <a:spLocks xmlns:a="http://schemas.openxmlformats.org/drawingml/2006/main" noGrp="1"/>
          </p:cNvSpPr>
          <p:nvPr/>
        </p:nvSpPr>
        <p:spPr>
          <a:xfrm xmlns:a="http://schemas.openxmlformats.org/drawingml/2006/main">
            <a:off x="685800" y="533400"/>
            <a:ext cx="114300" cy="114300"/>
          </a:xfrm>
          <a:prstGeom xmlns:a="http://schemas.openxmlformats.org/drawingml/2006/main" prst="rect">
            <a:avLst/>
          </a:prstGeom>
          <a:solidFill xmlns:a="http://schemas.openxmlformats.org/drawingml/2006/main">
            <a:srgbClr val="F4F1E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EC4D4ED-0581-4471-A226-97B4142EA4A2}"/>
              </a:ext>
            </a:extLst>
          </p:cNvPr>
          <p:cNvSpPr>
            <a:spLocks xmlns:a="http://schemas.openxmlformats.org/drawingml/2006/main" noGrp="1"/>
          </p:cNvSpPr>
          <p:nvPr/>
        </p:nvSpPr>
        <p:spPr>
          <a:xfrm xmlns:a="http://schemas.openxmlformats.org/drawingml/2006/main">
            <a:off x="1009650" y="47625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11110F"/>
                </a:solidFill>
                <a:latin typeface="Arial"/>
                <a:ea typeface="Arial"/>
                <a:cs typeface="Arial"/>
              </a:defRPr>
            </a:pPr>
            <a:r>
              <a:rPr sz="1050" b="1">
                <a:solidFill>
                  <a:srgbClr val="11110F"/>
                </a:solidFill>
                <a:latin typeface="Arial"/>
                <a:ea typeface="Arial"/>
                <a:cs typeface="Arial"/>
              </a:rPr>
              <a:t>MENA OPEN DATA &amp; EVIDENCE LAB</a:t>
            </a:r>
          </a:p>
        </p:txBody>
      </p:sp>
      <p:sp>
        <p:nvSpPr>
          <p:cNvPr id="5" name="">
            <a:extLst xmlns:a="http://schemas.openxmlformats.org/drawingml/2006/main">
              <a:ext uri="{FF2B5EF4-FFF2-40B4-BE49-F238E27FC236}">
                <a16:creationId xmlns:a16="http://schemas.microsoft.com/office/drawing/2014/main" id="{CED8421D-F927-4770-94EF-F01B0C111077}"/>
              </a:ext>
            </a:extLst>
          </p:cNvPr>
          <p:cNvSpPr>
            <a:spLocks xmlns:a="http://schemas.openxmlformats.org/drawingml/2006/main" noGrp="1"/>
          </p:cNvSpPr>
          <p:nvPr/>
        </p:nvSpPr>
        <p:spPr>
          <a:xfrm xmlns:a="http://schemas.openxmlformats.org/drawingml/2006/main">
            <a:off x="609600" y="1066800"/>
            <a:ext cx="2590800" cy="323850"/>
          </a:xfrm>
          <a:prstGeom xmlns:a="http://schemas.openxmlformats.org/drawingml/2006/main" prst="roundRect">
            <a:avLst>
              <a:gd name="adj" fmla="val 35294"/>
            </a:avLst>
          </a:prstGeom>
          <a:solidFill xmlns:a="http://schemas.openxmlformats.org/drawingml/2006/main">
            <a:srgbClr val="D8FF4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365412B-3F44-40CC-B386-B46E85A4D9DD}"/>
              </a:ext>
            </a:extLst>
          </p:cNvPr>
          <p:cNvSpPr>
            <a:spLocks xmlns:a="http://schemas.openxmlformats.org/drawingml/2006/main" noGrp="1"/>
          </p:cNvSpPr>
          <p:nvPr/>
        </p:nvSpPr>
        <p:spPr>
          <a:xfrm xmlns:a="http://schemas.openxmlformats.org/drawingml/2006/main">
            <a:off x="723900" y="1143000"/>
            <a:ext cx="2362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11110F"/>
                </a:solidFill>
                <a:latin typeface="Arial"/>
                <a:ea typeface="Arial"/>
                <a:cs typeface="Arial"/>
              </a:defRPr>
            </a:pPr>
            <a:r>
              <a:rPr sz="900" b="1">
                <a:solidFill>
                  <a:srgbClr val="11110F"/>
                </a:solidFill>
                <a:latin typeface="Arial"/>
                <a:ea typeface="Arial"/>
                <a:cs typeface="Arial"/>
              </a:rPr>
              <a:t>SCHEDULED • NOT YET DELIVERED</a:t>
            </a:r>
          </a:p>
        </p:txBody>
      </p:sp>
      <p:sp>
        <p:nvSpPr>
          <p:cNvPr id="7" name="">
            <a:extLst xmlns:a="http://schemas.openxmlformats.org/drawingml/2006/main">
              <a:ext uri="{FF2B5EF4-FFF2-40B4-BE49-F238E27FC236}">
                <a16:creationId xmlns:a16="http://schemas.microsoft.com/office/drawing/2014/main" id="{07EFA1D9-E48E-4CC5-9C82-1805AAF082C0}"/>
              </a:ext>
            </a:extLst>
          </p:cNvPr>
          <p:cNvSpPr>
            <a:spLocks xmlns:a="http://schemas.openxmlformats.org/drawingml/2006/main" noGrp="1"/>
          </p:cNvSpPr>
          <p:nvPr/>
        </p:nvSpPr>
        <p:spPr>
          <a:xfrm xmlns:a="http://schemas.openxmlformats.org/drawingml/2006/main">
            <a:off x="609600" y="1638300"/>
            <a:ext cx="7543800" cy="2705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4575" b="1">
                <a:solidFill>
                  <a:srgbClr val="11110F"/>
                </a:solidFill>
                <a:latin typeface="Arial"/>
                <a:ea typeface="Arial"/>
                <a:cs typeface="Arial"/>
              </a:defRPr>
            </a:pPr>
            <a:r>
              <a:rPr sz="4575" b="1">
                <a:solidFill>
                  <a:srgbClr val="11110F"/>
                </a:solidFill>
                <a:latin typeface="Arial"/>
                <a:ea typeface="Arial"/>
                <a:cs typeface="Arial"/>
              </a:rPr>
              <a:t>Reproduce an</a:t>
            </a:r>
          </a:p>
          <a:p xmlns:a="http://schemas.openxmlformats.org/drawingml/2006/main">
            <a:pPr algn="l">
              <a:defRPr sz="4575" b="1">
                <a:solidFill>
                  <a:srgbClr val="11110F"/>
                </a:solidFill>
                <a:latin typeface="Arial"/>
                <a:ea typeface="Arial"/>
                <a:cs typeface="Arial"/>
              </a:defRPr>
            </a:pPr>
            <a:r>
              <a:rPr sz="4575" b="1">
                <a:solidFill>
                  <a:srgbClr val="11110F"/>
                </a:solidFill>
                <a:latin typeface="Arial"/>
                <a:ea typeface="Arial"/>
                <a:cs typeface="Arial"/>
              </a:rPr>
              <a:t>economics result</a:t>
            </a:r>
          </a:p>
          <a:p xmlns:a="http://schemas.openxmlformats.org/drawingml/2006/main">
            <a:pPr algn="l">
              <a:defRPr sz="4575" b="1">
                <a:solidFill>
                  <a:srgbClr val="11110F"/>
                </a:solidFill>
                <a:latin typeface="Arial"/>
                <a:ea typeface="Arial"/>
                <a:cs typeface="Arial"/>
              </a:defRPr>
            </a:pPr>
            <a:r>
              <a:rPr sz="4575" b="1">
                <a:solidFill>
                  <a:srgbClr val="11110F"/>
                </a:solidFill>
                <a:latin typeface="Arial"/>
                <a:ea typeface="Arial"/>
                <a:cs typeface="Arial"/>
              </a:rPr>
              <a:t>from raw data</a:t>
            </a:r>
          </a:p>
        </p:txBody>
      </p:sp>
      <p:sp>
        <p:nvSpPr>
          <p:cNvPr id="8" name="">
            <a:extLst xmlns:a="http://schemas.openxmlformats.org/drawingml/2006/main">
              <a:ext uri="{FF2B5EF4-FFF2-40B4-BE49-F238E27FC236}">
                <a16:creationId xmlns:a16="http://schemas.microsoft.com/office/drawing/2014/main" id="{5AA8D15D-85E2-489A-B290-4D7A9D8907E3}"/>
              </a:ext>
            </a:extLst>
          </p:cNvPr>
          <p:cNvSpPr>
            <a:spLocks xmlns:a="http://schemas.openxmlformats.org/drawingml/2006/main" noGrp="1"/>
          </p:cNvSpPr>
          <p:nvPr/>
        </p:nvSpPr>
        <p:spPr>
          <a:xfrm xmlns:a="http://schemas.openxmlformats.org/drawingml/2006/main">
            <a:off x="628650" y="46291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676A64"/>
                </a:solidFill>
                <a:latin typeface="Arial"/>
                <a:ea typeface="Arial"/>
                <a:cs typeface="Arial"/>
              </a:defRPr>
            </a:pPr>
            <a:r>
              <a:rPr sz="1650" b="0">
                <a:solidFill>
                  <a:srgbClr val="676A64"/>
                </a:solidFill>
                <a:latin typeface="Arial"/>
                <a:ea typeface="Arial"/>
                <a:cs typeface="Arial"/>
              </a:rPr>
              <a:t>A 90-minute practical workshop in data contracts, difference-in-differences, and blind reproduction.</a:t>
            </a:r>
          </a:p>
        </p:txBody>
      </p:sp>
      <p:sp>
        <p:nvSpPr>
          <p:cNvPr id="9" name="">
            <a:extLst xmlns:a="http://schemas.openxmlformats.org/drawingml/2006/main">
              <a:ext uri="{FF2B5EF4-FFF2-40B4-BE49-F238E27FC236}">
                <a16:creationId xmlns:a16="http://schemas.microsoft.com/office/drawing/2014/main" id="{3B3F5907-6267-46CE-ACAF-C2307AA27CEE}"/>
              </a:ext>
            </a:extLst>
          </p:cNvPr>
          <p:cNvSpPr>
            <a:spLocks xmlns:a="http://schemas.openxmlformats.org/drawingml/2006/main" noGrp="1"/>
          </p:cNvSpPr>
          <p:nvPr/>
        </p:nvSpPr>
        <p:spPr>
          <a:xfrm xmlns:a="http://schemas.openxmlformats.org/drawingml/2006/main">
            <a:off x="9239250" y="72390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350" b="1">
                <a:solidFill>
                  <a:srgbClr val="FFFFFF"/>
                </a:solidFill>
                <a:latin typeface="Arial"/>
                <a:ea typeface="Arial"/>
                <a:cs typeface="Arial"/>
              </a:defRPr>
            </a:pPr>
            <a:r>
              <a:rPr sz="1350" b="1">
                <a:solidFill>
                  <a:srgbClr val="FFFFFF"/>
                </a:solidFill>
                <a:latin typeface="Arial"/>
                <a:ea typeface="Arial"/>
                <a:cs typeface="Arial"/>
              </a:rPr>
              <a:t>WORKSHOP 001</a:t>
            </a:r>
          </a:p>
        </p:txBody>
      </p:sp>
      <p:sp>
        <p:nvSpPr>
          <p:cNvPr id="10" name="">
            <a:extLst xmlns:a="http://schemas.openxmlformats.org/drawingml/2006/main">
              <a:ext uri="{FF2B5EF4-FFF2-40B4-BE49-F238E27FC236}">
                <a16:creationId xmlns:a16="http://schemas.microsoft.com/office/drawing/2014/main" id="{21BA02C7-624A-4DCA-AF2E-7D15521E807C}"/>
              </a:ext>
            </a:extLst>
          </p:cNvPr>
          <p:cNvSpPr>
            <a:spLocks xmlns:a="http://schemas.openxmlformats.org/drawingml/2006/main" noGrp="1"/>
          </p:cNvSpPr>
          <p:nvPr/>
        </p:nvSpPr>
        <p:spPr>
          <a:xfrm xmlns:a="http://schemas.openxmlformats.org/drawingml/2006/main">
            <a:off x="9315450" y="1600200"/>
            <a:ext cx="222885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3600" b="1">
                <a:solidFill>
                  <a:srgbClr val="FFFFFF"/>
                </a:solidFill>
                <a:latin typeface="Arial"/>
                <a:ea typeface="Arial"/>
                <a:cs typeface="Arial"/>
              </a:defRPr>
            </a:pPr>
            <a:r>
              <a:rPr sz="3600" b="1">
                <a:solidFill>
                  <a:srgbClr val="FFFFFF"/>
                </a:solidFill>
                <a:latin typeface="Arial"/>
                <a:ea typeface="Arial"/>
                <a:cs typeface="Arial"/>
              </a:rPr>
              <a:t>23</a:t>
            </a:r>
          </a:p>
          <a:p xmlns:a="http://schemas.openxmlformats.org/drawingml/2006/main">
            <a:pPr algn="r">
              <a:defRPr sz="3600" b="1">
                <a:solidFill>
                  <a:srgbClr val="FFFFFF"/>
                </a:solidFill>
                <a:latin typeface="Arial"/>
                <a:ea typeface="Arial"/>
                <a:cs typeface="Arial"/>
              </a:defRPr>
            </a:pPr>
            <a:r>
              <a:rPr sz="3600" b="1">
                <a:solidFill>
                  <a:srgbClr val="FFFFFF"/>
                </a:solidFill>
                <a:latin typeface="Arial"/>
                <a:ea typeface="Arial"/>
                <a:cs typeface="Arial"/>
              </a:rPr>
              <a:t>AUG</a:t>
            </a:r>
          </a:p>
          <a:p xmlns:a="http://schemas.openxmlformats.org/drawingml/2006/main">
            <a:pPr algn="r">
              <a:defRPr sz="3600" b="1">
                <a:solidFill>
                  <a:srgbClr val="FFFFFF"/>
                </a:solidFill>
                <a:latin typeface="Arial"/>
                <a:ea typeface="Arial"/>
                <a:cs typeface="Arial"/>
              </a:defRPr>
            </a:pPr>
            <a:r>
              <a:rPr sz="3600" b="1">
                <a:solidFill>
                  <a:srgbClr val="FFFFFF"/>
                </a:solidFill>
                <a:latin typeface="Arial"/>
                <a:ea typeface="Arial"/>
                <a:cs typeface="Arial"/>
              </a:rPr>
              <a:t>2026</a:t>
            </a:r>
          </a:p>
        </p:txBody>
      </p:sp>
      <p:sp>
        <p:nvSpPr>
          <p:cNvPr id="11" name="">
            <a:extLst xmlns:a="http://schemas.openxmlformats.org/drawingml/2006/main">
              <a:ext uri="{FF2B5EF4-FFF2-40B4-BE49-F238E27FC236}">
                <a16:creationId xmlns:a16="http://schemas.microsoft.com/office/drawing/2014/main" id="{956236D0-D30F-44AA-A320-FD6B53D2FFAA}"/>
              </a:ext>
            </a:extLst>
          </p:cNvPr>
          <p:cNvSpPr>
            <a:spLocks xmlns:a="http://schemas.openxmlformats.org/drawingml/2006/main" noGrp="1"/>
          </p:cNvSpPr>
          <p:nvPr/>
        </p:nvSpPr>
        <p:spPr>
          <a:xfrm xmlns:a="http://schemas.openxmlformats.org/drawingml/2006/main">
            <a:off x="9239250" y="3790950"/>
            <a:ext cx="23241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45E11FB-CCC7-4ECD-B998-1D3D9CB96967}"/>
              </a:ext>
            </a:extLst>
          </p:cNvPr>
          <p:cNvSpPr>
            <a:spLocks xmlns:a="http://schemas.openxmlformats.org/drawingml/2006/main" noGrp="1"/>
          </p:cNvSpPr>
          <p:nvPr/>
        </p:nvSpPr>
        <p:spPr>
          <a:xfrm xmlns:a="http://schemas.openxmlformats.org/drawingml/2006/main">
            <a:off x="9239250" y="4019550"/>
            <a:ext cx="2324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350" b="0">
                <a:solidFill>
                  <a:srgbClr val="FFFFFF"/>
                </a:solidFill>
                <a:latin typeface="Arial"/>
                <a:ea typeface="Arial"/>
                <a:cs typeface="Arial"/>
              </a:defRPr>
            </a:pPr>
            <a:r>
              <a:rPr sz="1350" b="0">
                <a:solidFill>
                  <a:srgbClr val="FFFFFF"/>
                </a:solidFill>
                <a:latin typeface="Arial"/>
                <a:ea typeface="Arial"/>
                <a:cs typeface="Arial"/>
              </a:rPr>
              <a:t>18:00–19:30</a:t>
            </a:r>
          </a:p>
          <a:p xmlns:a="http://schemas.openxmlformats.org/drawingml/2006/main">
            <a:pPr algn="r">
              <a:defRPr sz="1350" b="0">
                <a:solidFill>
                  <a:srgbClr val="FFFFFF"/>
                </a:solidFill>
                <a:latin typeface="Arial"/>
                <a:ea typeface="Arial"/>
                <a:cs typeface="Arial"/>
              </a:defRPr>
            </a:pPr>
            <a:r>
              <a:rPr sz="1350" b="0">
                <a:solidFill>
                  <a:srgbClr val="FFFFFF"/>
                </a:solidFill>
                <a:latin typeface="Arial"/>
                <a:ea typeface="Arial"/>
                <a:cs typeface="Arial"/>
              </a:rPr>
              <a:t>Asia/Amman · Online</a:t>
            </a:r>
          </a:p>
          <a:p xmlns:a="http://schemas.openxmlformats.org/drawingml/2006/main">
            <a:pPr algn="r">
              <a:defRPr sz="1350" b="0">
                <a:solidFill>
                  <a:srgbClr val="FFFFFF"/>
                </a:solidFill>
                <a:latin typeface="Arial"/>
                <a:ea typeface="Arial"/>
                <a:cs typeface="Arial"/>
              </a:defRPr>
            </a:pPr>
            <a:r>
              <a:rPr sz="1350" b="0">
                <a:solidFill>
                  <a:srgbClr val="FFFFFF"/>
                </a:solidFill>
                <a:latin typeface="Arial"/>
                <a:ea typeface="Arial"/>
                <a:cs typeface="Arial"/>
              </a:rPr>
              <a:t>Synthetic teaching data</a:t>
            </a:r>
          </a:p>
        </p:txBody>
      </p:sp>
      <p:sp>
        <p:nvSpPr>
          <p:cNvPr id="13" name="">
            <a:extLst xmlns:a="http://schemas.openxmlformats.org/drawingml/2006/main">
              <a:ext uri="{FF2B5EF4-FFF2-40B4-BE49-F238E27FC236}">
                <a16:creationId xmlns:a16="http://schemas.microsoft.com/office/drawing/2014/main" id="{5D65EFAF-F26E-4179-B644-9A4ED9B21F32}"/>
              </a:ext>
            </a:extLst>
          </p:cNvPr>
          <p:cNvSpPr>
            <a:spLocks xmlns:a="http://schemas.openxmlformats.org/drawingml/2006/main" noGrp="1"/>
          </p:cNvSpPr>
          <p:nvPr/>
        </p:nvSpPr>
        <p:spPr>
          <a:xfrm xmlns:a="http://schemas.openxmlformats.org/drawingml/2006/main">
            <a:off x="11029950" y="64389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C7D0FF"/>
                </a:solidFill>
                <a:latin typeface="Courier New"/>
                <a:ea typeface="Courier New"/>
                <a:cs typeface="Courier New"/>
              </a:defRPr>
            </a:pPr>
            <a:r>
              <a:rPr sz="900" b="1">
                <a:solidFill>
                  <a:srgbClr val="C7D0FF"/>
                </a:solidFill>
                <a:latin typeface="Courier New"/>
                <a:ea typeface="Courier New"/>
                <a:cs typeface="Courier New"/>
              </a:rPr>
              <a:t>01</a:t>
            </a:r>
          </a:p>
        </p:txBody>
      </p:sp>
    </p:spTree>
    <p:extLst>
      <p:ext uri="{BB962C8B-B14F-4D97-AF65-F5344CB8AC3E}">
        <p14:creationId xmlns:p14="http://schemas.microsoft.com/office/powerpoint/2010/main" val="161181943"/>
      </p:ext>
    </p:extLst>
  </p:cSld>
</p:sld>
</file>

<file path=ppt/slides/slide2.xml><?xml version="1.0" encoding="utf-8"?>
<p:sld xmlns:p="http://schemas.openxmlformats.org/presentationml/2006/main">
  <p:cSld>
    <p:bg>
      <p:bgPr>
        <a:solidFill xmlns:a="http://schemas.openxmlformats.org/drawingml/2006/main">
          <a:srgbClr val="11110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228E4AC-FD1E-4245-8C75-47AD600C00F9}"/>
              </a:ext>
            </a:extLst>
          </p:cNvPr>
          <p:cNvSpPr>
            <a:spLocks xmlns:a="http://schemas.openxmlformats.org/drawingml/2006/main" noGrp="1"/>
          </p:cNvSpPr>
          <p:nvPr/>
        </p:nvSpPr>
        <p:spPr>
          <a:xfrm xmlns:a="http://schemas.openxmlformats.org/drawingml/2006/main">
            <a:off x="609600" y="361950"/>
            <a:ext cx="266700" cy="266700"/>
          </a:xfrm>
          <a:prstGeom xmlns:a="http://schemas.openxmlformats.org/drawingml/2006/main" prst="rect">
            <a:avLst/>
          </a:prstGeom>
          <a:solidFill xmlns:a="http://schemas.openxmlformats.org/drawingml/2006/main">
            <a:srgbClr val="D8FF4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632D06C-B4F5-48AD-8D59-4686645D9421}"/>
              </a:ext>
            </a:extLst>
          </p:cNvPr>
          <p:cNvSpPr>
            <a:spLocks xmlns:a="http://schemas.openxmlformats.org/drawingml/2006/main" noGrp="1"/>
          </p:cNvSpPr>
          <p:nvPr/>
        </p:nvSpPr>
        <p:spPr>
          <a:xfrm xmlns:a="http://schemas.openxmlformats.org/drawingml/2006/main">
            <a:off x="685800" y="438150"/>
            <a:ext cx="114300" cy="114300"/>
          </a:xfrm>
          <a:prstGeom xmlns:a="http://schemas.openxmlformats.org/drawingml/2006/main" prst="rect">
            <a:avLst/>
          </a:prstGeom>
          <a:solidFill xmlns:a="http://schemas.openxmlformats.org/drawingml/2006/main">
            <a:srgbClr val="11110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1DD731C-A9C2-46DF-82C8-25C258C01AB1}"/>
              </a:ext>
            </a:extLst>
          </p:cNvPr>
          <p:cNvSpPr>
            <a:spLocks xmlns:a="http://schemas.openxmlformats.org/drawingml/2006/main" noGrp="1"/>
          </p:cNvSpPr>
          <p:nvPr/>
        </p:nvSpPr>
        <p:spPr>
          <a:xfrm xmlns:a="http://schemas.openxmlformats.org/drawingml/2006/main">
            <a:off x="990600" y="3810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MENA OPEN DATA &amp; EVIDENCE LAB</a:t>
            </a:r>
          </a:p>
        </p:txBody>
      </p:sp>
      <p:sp>
        <p:nvSpPr>
          <p:cNvPr id="4" name="">
            <a:extLst xmlns:a="http://schemas.openxmlformats.org/drawingml/2006/main">
              <a:ext uri="{FF2B5EF4-FFF2-40B4-BE49-F238E27FC236}">
                <a16:creationId xmlns:a16="http://schemas.microsoft.com/office/drawing/2014/main" id="{BD7D0076-86D3-4461-8DD7-015E60C3895A}"/>
              </a:ext>
            </a:extLst>
          </p:cNvPr>
          <p:cNvSpPr>
            <a:spLocks xmlns:a="http://schemas.openxmlformats.org/drawingml/2006/main" noGrp="1"/>
          </p:cNvSpPr>
          <p:nvPr/>
        </p:nvSpPr>
        <p:spPr>
          <a:xfrm xmlns:a="http://schemas.openxmlformats.org/drawingml/2006/main">
            <a:off x="8667750" y="381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BFC1BA"/>
                </a:solidFill>
                <a:latin typeface="Arial"/>
                <a:ea typeface="Arial"/>
                <a:cs typeface="Arial"/>
              </a:defRPr>
            </a:pPr>
            <a:r>
              <a:rPr sz="975" b="1">
                <a:solidFill>
                  <a:srgbClr val="BFC1BA"/>
                </a:solidFill>
                <a:latin typeface="Arial"/>
                <a:ea typeface="Arial"/>
                <a:cs typeface="Arial"/>
              </a:rPr>
              <a:t>THE STANDARD</a:t>
            </a:r>
          </a:p>
        </p:txBody>
      </p:sp>
      <p:sp>
        <p:nvSpPr>
          <p:cNvPr id="5" name="">
            <a:extLst xmlns:a="http://schemas.openxmlformats.org/drawingml/2006/main">
              <a:ext uri="{FF2B5EF4-FFF2-40B4-BE49-F238E27FC236}">
                <a16:creationId xmlns:a16="http://schemas.microsoft.com/office/drawing/2014/main" id="{71E935C0-E9D7-40DD-8B3F-2140F0F678FC}"/>
              </a:ext>
            </a:extLst>
          </p:cNvPr>
          <p:cNvSpPr>
            <a:spLocks xmlns:a="http://schemas.openxmlformats.org/drawingml/2006/main" noGrp="1"/>
          </p:cNvSpPr>
          <p:nvPr/>
        </p:nvSpPr>
        <p:spPr>
          <a:xfrm xmlns:a="http://schemas.openxmlformats.org/drawingml/2006/main">
            <a:off x="609600" y="742950"/>
            <a:ext cx="10972800" cy="9525"/>
          </a:xfrm>
          <a:prstGeom xmlns:a="http://schemas.openxmlformats.org/drawingml/2006/main" prst="rect">
            <a:avLst/>
          </a:prstGeom>
          <a:solidFill xmlns:a="http://schemas.openxmlformats.org/drawingml/2006/main">
            <a:srgbClr val="3B3D3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B86B516-49AF-4A2B-9A8A-74D990372179}"/>
              </a:ext>
            </a:extLst>
          </p:cNvPr>
          <p:cNvSpPr>
            <a:spLocks xmlns:a="http://schemas.openxmlformats.org/drawingml/2006/main" noGrp="1"/>
          </p:cNvSpPr>
          <p:nvPr/>
        </p:nvSpPr>
        <p:spPr>
          <a:xfrm xmlns:a="http://schemas.openxmlformats.org/drawingml/2006/main">
            <a:off x="609600" y="64579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BFC1BA"/>
                </a:solidFill>
                <a:latin typeface="Arial"/>
                <a:ea typeface="Arial"/>
                <a:cs typeface="Arial"/>
              </a:defRPr>
            </a:pPr>
            <a:r>
              <a:rPr sz="825" b="1">
                <a:solidFill>
                  <a:srgbClr val="BFC1BA"/>
                </a:solidFill>
                <a:latin typeface="Arial"/>
                <a:ea typeface="Arial"/>
                <a:cs typeface="Arial"/>
              </a:rPr>
              <a:t>WORKSHOP 001  •  SCHEDULED 23 AUG 2026</a:t>
            </a:r>
          </a:p>
        </p:txBody>
      </p:sp>
      <p:sp>
        <p:nvSpPr>
          <p:cNvPr id="7" name="">
            <a:extLst xmlns:a="http://schemas.openxmlformats.org/drawingml/2006/main">
              <a:ext uri="{FF2B5EF4-FFF2-40B4-BE49-F238E27FC236}">
                <a16:creationId xmlns:a16="http://schemas.microsoft.com/office/drawing/2014/main" id="{66962CC8-CA16-4A8D-B67E-D81DC0DC0095}"/>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BFC1BA"/>
                </a:solidFill>
                <a:latin typeface="Courier New"/>
                <a:ea typeface="Courier New"/>
                <a:cs typeface="Courier New"/>
              </a:defRPr>
            </a:pPr>
            <a:r>
              <a:rPr sz="900" b="1">
                <a:solidFill>
                  <a:srgbClr val="BFC1BA"/>
                </a:solidFill>
                <a:latin typeface="Courier New"/>
                <a:ea typeface="Courier New"/>
                <a:cs typeface="Courier New"/>
              </a:rPr>
              <a:t>02</a:t>
            </a:r>
          </a:p>
        </p:txBody>
      </p:sp>
      <p:sp>
        <p:nvSpPr>
          <p:cNvPr id="8" name="">
            <a:extLst xmlns:a="http://schemas.openxmlformats.org/drawingml/2006/main">
              <a:ext uri="{FF2B5EF4-FFF2-40B4-BE49-F238E27FC236}">
                <a16:creationId xmlns:a16="http://schemas.microsoft.com/office/drawing/2014/main" id="{E4F71F70-B0AF-4952-B58B-F2B51C5077BB}"/>
              </a:ext>
            </a:extLst>
          </p:cNvPr>
          <p:cNvSpPr>
            <a:spLocks xmlns:a="http://schemas.openxmlformats.org/drawingml/2006/main" noGrp="1"/>
          </p:cNvSpPr>
          <p:nvPr/>
        </p:nvSpPr>
        <p:spPr>
          <a:xfrm xmlns:a="http://schemas.openxmlformats.org/drawingml/2006/main">
            <a:off x="609600" y="125730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D8FF4E"/>
                </a:solidFill>
                <a:latin typeface="Arial"/>
                <a:ea typeface="Arial"/>
                <a:cs typeface="Arial"/>
              </a:defRPr>
            </a:pPr>
            <a:r>
              <a:rPr sz="1650" b="1">
                <a:solidFill>
                  <a:srgbClr val="D8FF4E"/>
                </a:solidFill>
                <a:latin typeface="Arial"/>
                <a:ea typeface="Arial"/>
                <a:cs typeface="Arial"/>
              </a:rPr>
              <a:t>IF A SECOND RESEARCHER CANNOT RECOVER YOUR RESULT,</a:t>
            </a:r>
          </a:p>
        </p:txBody>
      </p:sp>
      <p:sp>
        <p:nvSpPr>
          <p:cNvPr id="9" name="">
            <a:extLst xmlns:a="http://schemas.openxmlformats.org/drawingml/2006/main">
              <a:ext uri="{FF2B5EF4-FFF2-40B4-BE49-F238E27FC236}">
                <a16:creationId xmlns:a16="http://schemas.microsoft.com/office/drawing/2014/main" id="{28CC41EF-8DD5-4DA1-8A31-89B0210EA655}"/>
              </a:ext>
            </a:extLst>
          </p:cNvPr>
          <p:cNvSpPr>
            <a:spLocks xmlns:a="http://schemas.openxmlformats.org/drawingml/2006/main" noGrp="1"/>
          </p:cNvSpPr>
          <p:nvPr/>
        </p:nvSpPr>
        <p:spPr>
          <a:xfrm xmlns:a="http://schemas.openxmlformats.org/drawingml/2006/main">
            <a:off x="609600" y="1981200"/>
            <a:ext cx="10287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5025" b="1">
                <a:solidFill>
                  <a:srgbClr val="FFFFFF"/>
                </a:solidFill>
                <a:latin typeface="Arial"/>
                <a:ea typeface="Arial"/>
                <a:cs typeface="Arial"/>
              </a:defRPr>
            </a:pPr>
            <a:r>
              <a:rPr sz="5025" b="1">
                <a:solidFill>
                  <a:srgbClr val="FFFFFF"/>
                </a:solidFill>
                <a:latin typeface="Arial"/>
                <a:ea typeface="Arial"/>
                <a:cs typeface="Arial"/>
              </a:rPr>
              <a:t>the research object</a:t>
            </a:r>
          </a:p>
          <a:p xmlns:a="http://schemas.openxmlformats.org/drawingml/2006/main">
            <a:pPr algn="l">
              <a:defRPr sz="5025" b="1">
                <a:solidFill>
                  <a:srgbClr val="FFFFFF"/>
                </a:solidFill>
                <a:latin typeface="Arial"/>
                <a:ea typeface="Arial"/>
                <a:cs typeface="Arial"/>
              </a:defRPr>
            </a:pPr>
            <a:r>
              <a:rPr sz="5025" b="1">
                <a:solidFill>
                  <a:srgbClr val="FFFFFF"/>
                </a:solidFill>
                <a:latin typeface="Arial"/>
                <a:ea typeface="Arial"/>
                <a:cs typeface="Arial"/>
              </a:rPr>
              <a:t>is incomplete.</a:t>
            </a:r>
          </a:p>
        </p:txBody>
      </p:sp>
      <p:sp>
        <p:nvSpPr>
          <p:cNvPr id="10" name="">
            <a:extLst xmlns:a="http://schemas.openxmlformats.org/drawingml/2006/main">
              <a:ext uri="{FF2B5EF4-FFF2-40B4-BE49-F238E27FC236}">
                <a16:creationId xmlns:a16="http://schemas.microsoft.com/office/drawing/2014/main" id="{0C7A3D09-8FBA-4445-A9FD-B1619902A558}"/>
              </a:ext>
            </a:extLst>
          </p:cNvPr>
          <p:cNvSpPr>
            <a:spLocks xmlns:a="http://schemas.openxmlformats.org/drawingml/2006/main" noGrp="1"/>
          </p:cNvSpPr>
          <p:nvPr/>
        </p:nvSpPr>
        <p:spPr>
          <a:xfrm xmlns:a="http://schemas.openxmlformats.org/drawingml/2006/main">
            <a:off x="628650" y="4686300"/>
            <a:ext cx="857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C7C9C3"/>
                </a:solidFill>
                <a:latin typeface="Arial"/>
                <a:ea typeface="Arial"/>
                <a:cs typeface="Arial"/>
              </a:defRPr>
            </a:pPr>
            <a:r>
              <a:rPr sz="1725" b="0">
                <a:solidFill>
                  <a:srgbClr val="C7C9C3"/>
                </a:solidFill>
                <a:latin typeface="Arial"/>
                <a:ea typeface="Arial"/>
                <a:cs typeface="Arial"/>
              </a:rPr>
              <a:t>Reproducibility is not a decorative appendix. It is part of the output.</a:t>
            </a:r>
          </a:p>
        </p:txBody>
      </p:sp>
      <p:sp>
        <p:nvSpPr>
          <p:cNvPr id="11" name="">
            <a:extLst xmlns:a="http://schemas.openxmlformats.org/drawingml/2006/main">
              <a:ext uri="{FF2B5EF4-FFF2-40B4-BE49-F238E27FC236}">
                <a16:creationId xmlns:a16="http://schemas.microsoft.com/office/drawing/2014/main" id="{4ED19D35-8E43-4043-87B6-5CDAE4710D61}"/>
              </a:ext>
            </a:extLst>
          </p:cNvPr>
          <p:cNvSpPr>
            <a:spLocks xmlns:a="http://schemas.openxmlformats.org/drawingml/2006/main" noGrp="1"/>
          </p:cNvSpPr>
          <p:nvPr/>
        </p:nvSpPr>
        <p:spPr>
          <a:xfrm xmlns:a="http://schemas.openxmlformats.org/drawingml/2006/main">
            <a:off x="9620250" y="4686300"/>
            <a:ext cx="1962150" cy="1047750"/>
          </a:xfrm>
          <a:prstGeom xmlns:a="http://schemas.openxmlformats.org/drawingml/2006/main" prst="roundRect">
            <a:avLst>
              <a:gd name="adj" fmla="val 10909"/>
            </a:avLst>
          </a:prstGeom>
          <a:solidFill xmlns:a="http://schemas.openxmlformats.org/drawingml/2006/main">
            <a:srgbClr val="D8FF4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D218E56-C6F8-4419-B5B2-29FED6100670}"/>
              </a:ext>
            </a:extLst>
          </p:cNvPr>
          <p:cNvSpPr>
            <a:spLocks xmlns:a="http://schemas.openxmlformats.org/drawingml/2006/main" noGrp="1"/>
          </p:cNvSpPr>
          <p:nvPr/>
        </p:nvSpPr>
        <p:spPr>
          <a:xfrm xmlns:a="http://schemas.openxmlformats.org/drawingml/2006/main">
            <a:off x="9810750" y="4895850"/>
            <a:ext cx="15811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800" b="1">
                <a:solidFill>
                  <a:srgbClr val="11110F"/>
                </a:solidFill>
                <a:latin typeface="Arial"/>
                <a:ea typeface="Arial"/>
                <a:cs typeface="Arial"/>
              </a:defRPr>
            </a:pPr>
            <a:r>
              <a:rPr sz="1800" b="1">
                <a:solidFill>
                  <a:srgbClr val="11110F"/>
                </a:solidFill>
                <a:latin typeface="Arial"/>
                <a:ea typeface="Arial"/>
                <a:cs typeface="Arial"/>
              </a:rPr>
              <a:t>RUN IT</a:t>
            </a:r>
          </a:p>
          <a:p xmlns:a="http://schemas.openxmlformats.org/drawingml/2006/main">
            <a:pPr algn="ctr">
              <a:defRPr sz="1800" b="1">
                <a:solidFill>
                  <a:srgbClr val="11110F"/>
                </a:solidFill>
                <a:latin typeface="Arial"/>
                <a:ea typeface="Arial"/>
                <a:cs typeface="Arial"/>
              </a:defRPr>
            </a:pPr>
            <a:r>
              <a:rPr sz="1800" b="1">
                <a:solidFill>
                  <a:srgbClr val="11110F"/>
                </a:solidFill>
                <a:latin typeface="Arial"/>
                <a:ea typeface="Arial"/>
                <a:cs typeface="Arial"/>
              </a:rPr>
              <a:t>AGAIN</a:t>
            </a:r>
          </a:p>
        </p:txBody>
      </p:sp>
    </p:spTree>
    <p:extLst>
      <p:ext uri="{BB962C8B-B14F-4D97-AF65-F5344CB8AC3E}">
        <p14:creationId xmlns:p14="http://schemas.microsoft.com/office/powerpoint/2010/main" val="2123083797"/>
      </p:ext>
    </p:extLst>
  </p:cSld>
</p:sld>
</file>

<file path=ppt/slides/slide3.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E3105A8F-D8AE-4832-B7BC-10F606DA2F35}"/>
              </a:ext>
            </a:extLst>
          </p:cNvPr>
          <p:cNvSpPr>
            <a:spLocks xmlns:a="http://schemas.openxmlformats.org/drawingml/2006/main" noGrp="1"/>
          </p:cNvSpPr>
          <p:nvPr/>
        </p:nvSpPr>
        <p:spPr>
          <a:xfrm xmlns:a="http://schemas.openxmlformats.org/drawingml/2006/main">
            <a:off x="609600" y="361950"/>
            <a:ext cx="266700" cy="266700"/>
          </a:xfrm>
          <a:prstGeom xmlns:a="http://schemas.openxmlformats.org/drawingml/2006/main" prst="rect">
            <a:avLst/>
          </a:prstGeom>
          <a:solidFill xmlns:a="http://schemas.openxmlformats.org/drawingml/2006/main">
            <a:srgbClr val="2448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5811D49-A2F1-45EE-9817-C734C0C4916B}"/>
              </a:ext>
            </a:extLst>
          </p:cNvPr>
          <p:cNvSpPr>
            <a:spLocks xmlns:a="http://schemas.openxmlformats.org/drawingml/2006/main" noGrp="1"/>
          </p:cNvSpPr>
          <p:nvPr/>
        </p:nvSpPr>
        <p:spPr>
          <a:xfrm xmlns:a="http://schemas.openxmlformats.org/drawingml/2006/main">
            <a:off x="685800" y="438150"/>
            <a:ext cx="114300" cy="114300"/>
          </a:xfrm>
          <a:prstGeom xmlns:a="http://schemas.openxmlformats.org/drawingml/2006/main" prst="rect">
            <a:avLst/>
          </a:prstGeom>
          <a:solidFill xmlns:a="http://schemas.openxmlformats.org/drawingml/2006/main">
            <a:srgbClr val="F4F1E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78D2409-9886-40FD-96BD-024DA6792EA2}"/>
              </a:ext>
            </a:extLst>
          </p:cNvPr>
          <p:cNvSpPr>
            <a:spLocks xmlns:a="http://schemas.openxmlformats.org/drawingml/2006/main" noGrp="1"/>
          </p:cNvSpPr>
          <p:nvPr/>
        </p:nvSpPr>
        <p:spPr>
          <a:xfrm xmlns:a="http://schemas.openxmlformats.org/drawingml/2006/main">
            <a:off x="990600" y="3810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11110F"/>
                </a:solidFill>
                <a:latin typeface="Arial"/>
                <a:ea typeface="Arial"/>
                <a:cs typeface="Arial"/>
              </a:defRPr>
            </a:pPr>
            <a:r>
              <a:rPr sz="1050" b="1">
                <a:solidFill>
                  <a:srgbClr val="11110F"/>
                </a:solidFill>
                <a:latin typeface="Arial"/>
                <a:ea typeface="Arial"/>
                <a:cs typeface="Arial"/>
              </a:rPr>
              <a:t>MENA OPEN DATA &amp; EVIDENCE LAB</a:t>
            </a:r>
          </a:p>
        </p:txBody>
      </p:sp>
      <p:sp>
        <p:nvSpPr>
          <p:cNvPr id="4" name="">
            <a:extLst xmlns:a="http://schemas.openxmlformats.org/drawingml/2006/main">
              <a:ext uri="{FF2B5EF4-FFF2-40B4-BE49-F238E27FC236}">
                <a16:creationId xmlns:a16="http://schemas.microsoft.com/office/drawing/2014/main" id="{833854FE-1558-4B80-B6B6-4232AEBD7D45}"/>
              </a:ext>
            </a:extLst>
          </p:cNvPr>
          <p:cNvSpPr>
            <a:spLocks xmlns:a="http://schemas.openxmlformats.org/drawingml/2006/main" noGrp="1"/>
          </p:cNvSpPr>
          <p:nvPr/>
        </p:nvSpPr>
        <p:spPr>
          <a:xfrm xmlns:a="http://schemas.openxmlformats.org/drawingml/2006/main">
            <a:off x="8667750" y="381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676A64"/>
                </a:solidFill>
                <a:latin typeface="Arial"/>
                <a:ea typeface="Arial"/>
                <a:cs typeface="Arial"/>
              </a:defRPr>
            </a:pPr>
            <a:r>
              <a:rPr sz="975" b="1">
                <a:solidFill>
                  <a:srgbClr val="676A64"/>
                </a:solidFill>
                <a:latin typeface="Arial"/>
                <a:ea typeface="Arial"/>
                <a:cs typeface="Arial"/>
              </a:rPr>
              <a:t>RESEARCH OBJECT</a:t>
            </a:r>
          </a:p>
        </p:txBody>
      </p:sp>
      <p:sp>
        <p:nvSpPr>
          <p:cNvPr id="5" name="">
            <a:extLst xmlns:a="http://schemas.openxmlformats.org/drawingml/2006/main">
              <a:ext uri="{FF2B5EF4-FFF2-40B4-BE49-F238E27FC236}">
                <a16:creationId xmlns:a16="http://schemas.microsoft.com/office/drawing/2014/main" id="{B755F067-3089-46FC-B24F-85323FAC6E03}"/>
              </a:ext>
            </a:extLst>
          </p:cNvPr>
          <p:cNvSpPr>
            <a:spLocks xmlns:a="http://schemas.openxmlformats.org/drawingml/2006/main" noGrp="1"/>
          </p:cNvSpPr>
          <p:nvPr/>
        </p:nvSpPr>
        <p:spPr>
          <a:xfrm xmlns:a="http://schemas.openxmlformats.org/drawingml/2006/main">
            <a:off x="609600" y="742950"/>
            <a:ext cx="10972800" cy="9525"/>
          </a:xfrm>
          <a:prstGeom xmlns:a="http://schemas.openxmlformats.org/drawingml/2006/main" prst="rect">
            <a:avLst/>
          </a:prstGeom>
          <a:solidFill xmlns:a="http://schemas.openxmlformats.org/drawingml/2006/main">
            <a:srgbClr val="C8C7B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559833D-4F91-43C3-AECC-9DA6BD3075B4}"/>
              </a:ext>
            </a:extLst>
          </p:cNvPr>
          <p:cNvSpPr>
            <a:spLocks xmlns:a="http://schemas.openxmlformats.org/drawingml/2006/main" noGrp="1"/>
          </p:cNvSpPr>
          <p:nvPr/>
        </p:nvSpPr>
        <p:spPr>
          <a:xfrm xmlns:a="http://schemas.openxmlformats.org/drawingml/2006/main">
            <a:off x="609600" y="64579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76A64"/>
                </a:solidFill>
                <a:latin typeface="Arial"/>
                <a:ea typeface="Arial"/>
                <a:cs typeface="Arial"/>
              </a:defRPr>
            </a:pPr>
            <a:r>
              <a:rPr sz="825" b="1">
                <a:solidFill>
                  <a:srgbClr val="676A64"/>
                </a:solidFill>
                <a:latin typeface="Arial"/>
                <a:ea typeface="Arial"/>
                <a:cs typeface="Arial"/>
              </a:rPr>
              <a:t>WORKSHOP 001  •  SCHEDULED 23 AUG 2026</a:t>
            </a:r>
          </a:p>
        </p:txBody>
      </p:sp>
      <p:sp>
        <p:nvSpPr>
          <p:cNvPr id="7" name="">
            <a:extLst xmlns:a="http://schemas.openxmlformats.org/drawingml/2006/main">
              <a:ext uri="{FF2B5EF4-FFF2-40B4-BE49-F238E27FC236}">
                <a16:creationId xmlns:a16="http://schemas.microsoft.com/office/drawing/2014/main" id="{27CE8862-DB3E-4F9A-9524-66A9EF1F294C}"/>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676A64"/>
                </a:solidFill>
                <a:latin typeface="Courier New"/>
                <a:ea typeface="Courier New"/>
                <a:cs typeface="Courier New"/>
              </a:defRPr>
            </a:pPr>
            <a:r>
              <a:rPr sz="900" b="1">
                <a:solidFill>
                  <a:srgbClr val="676A64"/>
                </a:solidFill>
                <a:latin typeface="Courier New"/>
                <a:ea typeface="Courier New"/>
                <a:cs typeface="Courier New"/>
              </a:rPr>
              <a:t>03</a:t>
            </a:r>
          </a:p>
        </p:txBody>
      </p:sp>
      <p:sp>
        <p:nvSpPr>
          <p:cNvPr id="8" name="">
            <a:extLst xmlns:a="http://schemas.openxmlformats.org/drawingml/2006/main">
              <a:ext uri="{FF2B5EF4-FFF2-40B4-BE49-F238E27FC236}">
                <a16:creationId xmlns:a16="http://schemas.microsoft.com/office/drawing/2014/main" id="{DE3B4EAF-C845-47F4-901D-E5BAAB65B726}"/>
              </a:ext>
            </a:extLst>
          </p:cNvPr>
          <p:cNvSpPr>
            <a:spLocks xmlns:a="http://schemas.openxmlformats.org/drawingml/2006/main" noGrp="1"/>
          </p:cNvSpPr>
          <p:nvPr/>
        </p:nvSpPr>
        <p:spPr>
          <a:xfrm xmlns:a="http://schemas.openxmlformats.org/drawingml/2006/main">
            <a:off x="609600" y="106680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150" b="1">
                <a:solidFill>
                  <a:srgbClr val="11110F"/>
                </a:solidFill>
                <a:latin typeface="Arial"/>
                <a:ea typeface="Arial"/>
                <a:cs typeface="Arial"/>
              </a:defRPr>
            </a:pPr>
            <a:r>
              <a:rPr sz="3150" b="1">
                <a:solidFill>
                  <a:srgbClr val="11110F"/>
                </a:solidFill>
                <a:latin typeface="Arial"/>
                <a:ea typeface="Arial"/>
                <a:cs typeface="Arial"/>
              </a:rPr>
              <a:t>A result is a chain, not a number</a:t>
            </a:r>
          </a:p>
        </p:txBody>
      </p:sp>
      <p:sp>
        <p:nvSpPr>
          <p:cNvPr id="9" name="">
            <a:extLst xmlns:a="http://schemas.openxmlformats.org/drawingml/2006/main">
              <a:ext uri="{FF2B5EF4-FFF2-40B4-BE49-F238E27FC236}">
                <a16:creationId xmlns:a16="http://schemas.microsoft.com/office/drawing/2014/main" id="{F876D94D-3151-4EC0-95B1-082ABED06A5D}"/>
              </a:ext>
            </a:extLst>
          </p:cNvPr>
          <p:cNvSpPr>
            <a:spLocks xmlns:a="http://schemas.openxmlformats.org/drawingml/2006/main" noGrp="1"/>
          </p:cNvSpPr>
          <p:nvPr/>
        </p:nvSpPr>
        <p:spPr>
          <a:xfrm xmlns:a="http://schemas.openxmlformats.org/drawingml/2006/main">
            <a:off x="609600" y="1657350"/>
            <a:ext cx="857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676A64"/>
                </a:solidFill>
                <a:latin typeface="Arial"/>
                <a:ea typeface="Arial"/>
                <a:cs typeface="Arial"/>
              </a:defRPr>
            </a:pPr>
            <a:r>
              <a:rPr sz="1500" b="0">
                <a:solidFill>
                  <a:srgbClr val="676A64"/>
                </a:solidFill>
                <a:latin typeface="Arial"/>
                <a:ea typeface="Arial"/>
                <a:cs typeface="Arial"/>
              </a:rPr>
              <a:t>Every link must be discoverable, versioned, and explainable.</a:t>
            </a:r>
          </a:p>
        </p:txBody>
      </p:sp>
      <p:sp>
        <p:nvSpPr>
          <p:cNvPr id="10" name="">
            <a:extLst xmlns:a="http://schemas.openxmlformats.org/drawingml/2006/main">
              <a:ext uri="{FF2B5EF4-FFF2-40B4-BE49-F238E27FC236}">
                <a16:creationId xmlns:a16="http://schemas.microsoft.com/office/drawing/2014/main" id="{D6664176-5EC8-4383-B9E7-A677B0EFC4D0}"/>
              </a:ext>
            </a:extLst>
          </p:cNvPr>
          <p:cNvSpPr>
            <a:spLocks xmlns:a="http://schemas.openxmlformats.org/drawingml/2006/main" noGrp="1"/>
          </p:cNvSpPr>
          <p:nvPr/>
        </p:nvSpPr>
        <p:spPr>
          <a:xfrm xmlns:a="http://schemas.openxmlformats.org/drawingml/2006/main">
            <a:off x="609600" y="2305050"/>
            <a:ext cx="3352800" cy="1352550"/>
          </a:xfrm>
          <a:prstGeom xmlns:a="http://schemas.openxmlformats.org/drawingml/2006/main" prst="roundRect">
            <a:avLst>
              <a:gd name="adj" fmla="val 8451"/>
            </a:avLst>
          </a:prstGeom>
          <a:solidFill xmlns:a="http://schemas.openxmlformats.org/drawingml/2006/main">
            <a:srgbClr val="FFFFFF"/>
          </a:solidFill>
          <a:ln xmlns:a="http://schemas.openxmlformats.org/drawingml/2006/main" w="9525">
            <a:solidFill>
              <a:srgbClr val="C8C7BF"/>
            </a:solidFill>
            <a:prstDash val="solid"/>
          </a:ln>
        </p:spPr>
      </p:sp>
      <p:sp>
        <p:nvSpPr>
          <p:cNvPr id="11" name="">
            <a:extLst xmlns:a="http://schemas.openxmlformats.org/drawingml/2006/main">
              <a:ext uri="{FF2B5EF4-FFF2-40B4-BE49-F238E27FC236}">
                <a16:creationId xmlns:a16="http://schemas.microsoft.com/office/drawing/2014/main" id="{0BE29572-3465-44DD-85E0-D5A5C1F2FE96}"/>
              </a:ext>
            </a:extLst>
          </p:cNvPr>
          <p:cNvSpPr>
            <a:spLocks xmlns:a="http://schemas.openxmlformats.org/drawingml/2006/main" noGrp="1"/>
          </p:cNvSpPr>
          <p:nvPr/>
        </p:nvSpPr>
        <p:spPr>
          <a:xfrm xmlns:a="http://schemas.openxmlformats.org/drawingml/2006/main">
            <a:off x="819150" y="24765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448FF"/>
                </a:solidFill>
                <a:latin typeface="Courier New"/>
                <a:ea typeface="Courier New"/>
                <a:cs typeface="Courier New"/>
              </a:defRPr>
            </a:pPr>
            <a:r>
              <a:rPr sz="975" b="1">
                <a:solidFill>
                  <a:srgbClr val="2448FF"/>
                </a:solidFill>
                <a:latin typeface="Courier New"/>
                <a:ea typeface="Courier New"/>
                <a:cs typeface="Courier New"/>
              </a:rPr>
              <a:t>01</a:t>
            </a:r>
          </a:p>
        </p:txBody>
      </p:sp>
      <p:sp>
        <p:nvSpPr>
          <p:cNvPr id="12" name="">
            <a:extLst xmlns:a="http://schemas.openxmlformats.org/drawingml/2006/main">
              <a:ext uri="{FF2B5EF4-FFF2-40B4-BE49-F238E27FC236}">
                <a16:creationId xmlns:a16="http://schemas.microsoft.com/office/drawing/2014/main" id="{5FB2A248-54B0-43FD-873C-C21B0BBE9263}"/>
              </a:ext>
            </a:extLst>
          </p:cNvPr>
          <p:cNvSpPr>
            <a:spLocks xmlns:a="http://schemas.openxmlformats.org/drawingml/2006/main" noGrp="1"/>
          </p:cNvSpPr>
          <p:nvPr/>
        </p:nvSpPr>
        <p:spPr>
          <a:xfrm xmlns:a="http://schemas.openxmlformats.org/drawingml/2006/main">
            <a:off x="819150" y="2781300"/>
            <a:ext cx="2933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0F"/>
                </a:solidFill>
                <a:latin typeface="Arial"/>
                <a:ea typeface="Arial"/>
                <a:cs typeface="Arial"/>
              </a:defRPr>
            </a:pPr>
            <a:r>
              <a:rPr sz="1725" b="1">
                <a:solidFill>
                  <a:srgbClr val="11110F"/>
                </a:solidFill>
                <a:latin typeface="Arial"/>
                <a:ea typeface="Arial"/>
                <a:cs typeface="Arial"/>
              </a:rPr>
              <a:t>SOURCE</a:t>
            </a:r>
          </a:p>
        </p:txBody>
      </p:sp>
      <p:sp>
        <p:nvSpPr>
          <p:cNvPr id="13" name="">
            <a:extLst xmlns:a="http://schemas.openxmlformats.org/drawingml/2006/main">
              <a:ext uri="{FF2B5EF4-FFF2-40B4-BE49-F238E27FC236}">
                <a16:creationId xmlns:a16="http://schemas.microsoft.com/office/drawing/2014/main" id="{49B19778-1509-49F1-B4BA-2706464316D6}"/>
              </a:ext>
            </a:extLst>
          </p:cNvPr>
          <p:cNvSpPr>
            <a:spLocks xmlns:a="http://schemas.openxmlformats.org/drawingml/2006/main" noGrp="1"/>
          </p:cNvSpPr>
          <p:nvPr/>
        </p:nvSpPr>
        <p:spPr>
          <a:xfrm xmlns:a="http://schemas.openxmlformats.org/drawingml/2006/main">
            <a:off x="819150" y="3200400"/>
            <a:ext cx="2933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676A64"/>
                </a:solidFill>
                <a:latin typeface="Arial"/>
                <a:ea typeface="Arial"/>
                <a:cs typeface="Arial"/>
              </a:defRPr>
            </a:pPr>
            <a:r>
              <a:rPr sz="1200" b="0">
                <a:solidFill>
                  <a:srgbClr val="676A64"/>
                </a:solidFill>
                <a:latin typeface="Arial"/>
                <a:ea typeface="Arial"/>
                <a:cs typeface="Arial"/>
              </a:rPr>
              <a:t>Origin and rights</a:t>
            </a:r>
          </a:p>
        </p:txBody>
      </p:sp>
      <p:sp>
        <p:nvSpPr>
          <p:cNvPr id="14" name="">
            <a:extLst xmlns:a="http://schemas.openxmlformats.org/drawingml/2006/main">
              <a:ext uri="{FF2B5EF4-FFF2-40B4-BE49-F238E27FC236}">
                <a16:creationId xmlns:a16="http://schemas.microsoft.com/office/drawing/2014/main" id="{C5E7B1D1-5E37-4D1C-A6E7-E2C35F34961C}"/>
              </a:ext>
            </a:extLst>
          </p:cNvPr>
          <p:cNvSpPr>
            <a:spLocks xmlns:a="http://schemas.openxmlformats.org/drawingml/2006/main" noGrp="1"/>
          </p:cNvSpPr>
          <p:nvPr/>
        </p:nvSpPr>
        <p:spPr>
          <a:xfrm xmlns:a="http://schemas.openxmlformats.org/drawingml/2006/main">
            <a:off x="4286250" y="2305050"/>
            <a:ext cx="3352800" cy="1352550"/>
          </a:xfrm>
          <a:prstGeom xmlns:a="http://schemas.openxmlformats.org/drawingml/2006/main" prst="roundRect">
            <a:avLst>
              <a:gd name="adj" fmla="val 8451"/>
            </a:avLst>
          </a:prstGeom>
          <a:solidFill xmlns:a="http://schemas.openxmlformats.org/drawingml/2006/main">
            <a:srgbClr val="FFFFFF"/>
          </a:solidFill>
          <a:ln xmlns:a="http://schemas.openxmlformats.org/drawingml/2006/main" w="9525">
            <a:solidFill>
              <a:srgbClr val="C8C7BF"/>
            </a:solidFill>
            <a:prstDash val="solid"/>
          </a:ln>
        </p:spPr>
      </p:sp>
      <p:sp>
        <p:nvSpPr>
          <p:cNvPr id="15" name="">
            <a:extLst xmlns:a="http://schemas.openxmlformats.org/drawingml/2006/main">
              <a:ext uri="{FF2B5EF4-FFF2-40B4-BE49-F238E27FC236}">
                <a16:creationId xmlns:a16="http://schemas.microsoft.com/office/drawing/2014/main" id="{36B610E2-C341-424B-BA77-23F5BF7E7A93}"/>
              </a:ext>
            </a:extLst>
          </p:cNvPr>
          <p:cNvSpPr>
            <a:spLocks xmlns:a="http://schemas.openxmlformats.org/drawingml/2006/main" noGrp="1"/>
          </p:cNvSpPr>
          <p:nvPr/>
        </p:nvSpPr>
        <p:spPr>
          <a:xfrm xmlns:a="http://schemas.openxmlformats.org/drawingml/2006/main">
            <a:off x="4495800" y="24765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448FF"/>
                </a:solidFill>
                <a:latin typeface="Courier New"/>
                <a:ea typeface="Courier New"/>
                <a:cs typeface="Courier New"/>
              </a:defRPr>
            </a:pPr>
            <a:r>
              <a:rPr sz="975" b="1">
                <a:solidFill>
                  <a:srgbClr val="2448FF"/>
                </a:solidFill>
                <a:latin typeface="Courier New"/>
                <a:ea typeface="Courier New"/>
                <a:cs typeface="Courier New"/>
              </a:rPr>
              <a:t>02</a:t>
            </a:r>
          </a:p>
        </p:txBody>
      </p:sp>
      <p:sp>
        <p:nvSpPr>
          <p:cNvPr id="16" name="">
            <a:extLst xmlns:a="http://schemas.openxmlformats.org/drawingml/2006/main">
              <a:ext uri="{FF2B5EF4-FFF2-40B4-BE49-F238E27FC236}">
                <a16:creationId xmlns:a16="http://schemas.microsoft.com/office/drawing/2014/main" id="{FAF4C8B4-F833-48EB-8F2E-C0A83DF54B55}"/>
              </a:ext>
            </a:extLst>
          </p:cNvPr>
          <p:cNvSpPr>
            <a:spLocks xmlns:a="http://schemas.openxmlformats.org/drawingml/2006/main" noGrp="1"/>
          </p:cNvSpPr>
          <p:nvPr/>
        </p:nvSpPr>
        <p:spPr>
          <a:xfrm xmlns:a="http://schemas.openxmlformats.org/drawingml/2006/main">
            <a:off x="4495800" y="2781300"/>
            <a:ext cx="2933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0F"/>
                </a:solidFill>
                <a:latin typeface="Arial"/>
                <a:ea typeface="Arial"/>
                <a:cs typeface="Arial"/>
              </a:defRPr>
            </a:pPr>
            <a:r>
              <a:rPr sz="1725" b="1">
                <a:solidFill>
                  <a:srgbClr val="11110F"/>
                </a:solidFill>
                <a:latin typeface="Arial"/>
                <a:ea typeface="Arial"/>
                <a:cs typeface="Arial"/>
              </a:rPr>
              <a:t>RAW SNAPSHOT</a:t>
            </a:r>
          </a:p>
        </p:txBody>
      </p:sp>
      <p:sp>
        <p:nvSpPr>
          <p:cNvPr id="17" name="">
            <a:extLst xmlns:a="http://schemas.openxmlformats.org/drawingml/2006/main">
              <a:ext uri="{FF2B5EF4-FFF2-40B4-BE49-F238E27FC236}">
                <a16:creationId xmlns:a16="http://schemas.microsoft.com/office/drawing/2014/main" id="{3B47F0F7-584D-42BC-8BAF-6DD73993BB09}"/>
              </a:ext>
            </a:extLst>
          </p:cNvPr>
          <p:cNvSpPr>
            <a:spLocks xmlns:a="http://schemas.openxmlformats.org/drawingml/2006/main" noGrp="1"/>
          </p:cNvSpPr>
          <p:nvPr/>
        </p:nvSpPr>
        <p:spPr>
          <a:xfrm xmlns:a="http://schemas.openxmlformats.org/drawingml/2006/main">
            <a:off x="4495800" y="3200400"/>
            <a:ext cx="2933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676A64"/>
                </a:solidFill>
                <a:latin typeface="Arial"/>
                <a:ea typeface="Arial"/>
                <a:cs typeface="Arial"/>
              </a:defRPr>
            </a:pPr>
            <a:r>
              <a:rPr sz="1200" b="0">
                <a:solidFill>
                  <a:srgbClr val="676A64"/>
                </a:solidFill>
                <a:latin typeface="Arial"/>
                <a:ea typeface="Arial"/>
                <a:cs typeface="Arial"/>
              </a:rPr>
              <a:t>Immutable input</a:t>
            </a:r>
          </a:p>
        </p:txBody>
      </p:sp>
      <p:sp>
        <p:nvSpPr>
          <p:cNvPr id="18" name="">
            <a:extLst xmlns:a="http://schemas.openxmlformats.org/drawingml/2006/main">
              <a:ext uri="{FF2B5EF4-FFF2-40B4-BE49-F238E27FC236}">
                <a16:creationId xmlns:a16="http://schemas.microsoft.com/office/drawing/2014/main" id="{FAE186BC-F0BE-45C9-B524-956CC5261C17}"/>
              </a:ext>
            </a:extLst>
          </p:cNvPr>
          <p:cNvSpPr>
            <a:spLocks xmlns:a="http://schemas.openxmlformats.org/drawingml/2006/main" noGrp="1"/>
          </p:cNvSpPr>
          <p:nvPr/>
        </p:nvSpPr>
        <p:spPr>
          <a:xfrm xmlns:a="http://schemas.openxmlformats.org/drawingml/2006/main">
            <a:off x="7962900" y="2305050"/>
            <a:ext cx="3352800" cy="1352550"/>
          </a:xfrm>
          <a:prstGeom xmlns:a="http://schemas.openxmlformats.org/drawingml/2006/main" prst="roundRect">
            <a:avLst>
              <a:gd name="adj" fmla="val 8451"/>
            </a:avLst>
          </a:prstGeom>
          <a:solidFill xmlns:a="http://schemas.openxmlformats.org/drawingml/2006/main">
            <a:srgbClr val="FFFFFF"/>
          </a:solidFill>
          <a:ln xmlns:a="http://schemas.openxmlformats.org/drawingml/2006/main" w="9525">
            <a:solidFill>
              <a:srgbClr val="C8C7BF"/>
            </a:solidFill>
            <a:prstDash val="solid"/>
          </a:ln>
        </p:spPr>
      </p:sp>
      <p:sp>
        <p:nvSpPr>
          <p:cNvPr id="19" name="">
            <a:extLst xmlns:a="http://schemas.openxmlformats.org/drawingml/2006/main">
              <a:ext uri="{FF2B5EF4-FFF2-40B4-BE49-F238E27FC236}">
                <a16:creationId xmlns:a16="http://schemas.microsoft.com/office/drawing/2014/main" id="{1629B0EA-562C-44C5-93C6-9910366004E1}"/>
              </a:ext>
            </a:extLst>
          </p:cNvPr>
          <p:cNvSpPr>
            <a:spLocks xmlns:a="http://schemas.openxmlformats.org/drawingml/2006/main" noGrp="1"/>
          </p:cNvSpPr>
          <p:nvPr/>
        </p:nvSpPr>
        <p:spPr>
          <a:xfrm xmlns:a="http://schemas.openxmlformats.org/drawingml/2006/main">
            <a:off x="8172450" y="24765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448FF"/>
                </a:solidFill>
                <a:latin typeface="Courier New"/>
                <a:ea typeface="Courier New"/>
                <a:cs typeface="Courier New"/>
              </a:defRPr>
            </a:pPr>
            <a:r>
              <a:rPr sz="975" b="1">
                <a:solidFill>
                  <a:srgbClr val="2448FF"/>
                </a:solidFill>
                <a:latin typeface="Courier New"/>
                <a:ea typeface="Courier New"/>
                <a:cs typeface="Courier New"/>
              </a:rPr>
              <a:t>03</a:t>
            </a:r>
          </a:p>
        </p:txBody>
      </p:sp>
      <p:sp>
        <p:nvSpPr>
          <p:cNvPr id="20" name="">
            <a:extLst xmlns:a="http://schemas.openxmlformats.org/drawingml/2006/main">
              <a:ext uri="{FF2B5EF4-FFF2-40B4-BE49-F238E27FC236}">
                <a16:creationId xmlns:a16="http://schemas.microsoft.com/office/drawing/2014/main" id="{911E27B2-05B8-4CE5-9B16-20E22BB7BA97}"/>
              </a:ext>
            </a:extLst>
          </p:cNvPr>
          <p:cNvSpPr>
            <a:spLocks xmlns:a="http://schemas.openxmlformats.org/drawingml/2006/main" noGrp="1"/>
          </p:cNvSpPr>
          <p:nvPr/>
        </p:nvSpPr>
        <p:spPr>
          <a:xfrm xmlns:a="http://schemas.openxmlformats.org/drawingml/2006/main">
            <a:off x="8172450" y="2781300"/>
            <a:ext cx="2933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0F"/>
                </a:solidFill>
                <a:latin typeface="Arial"/>
                <a:ea typeface="Arial"/>
                <a:cs typeface="Arial"/>
              </a:defRPr>
            </a:pPr>
            <a:r>
              <a:rPr sz="1725" b="1">
                <a:solidFill>
                  <a:srgbClr val="11110F"/>
                </a:solidFill>
                <a:latin typeface="Arial"/>
                <a:ea typeface="Arial"/>
                <a:cs typeface="Arial"/>
              </a:rPr>
              <a:t>TRANSFORM</a:t>
            </a:r>
          </a:p>
        </p:txBody>
      </p:sp>
      <p:sp>
        <p:nvSpPr>
          <p:cNvPr id="21" name="">
            <a:extLst xmlns:a="http://schemas.openxmlformats.org/drawingml/2006/main">
              <a:ext uri="{FF2B5EF4-FFF2-40B4-BE49-F238E27FC236}">
                <a16:creationId xmlns:a16="http://schemas.microsoft.com/office/drawing/2014/main" id="{EBD2DC38-74FF-4259-B2D6-EBFE8491F832}"/>
              </a:ext>
            </a:extLst>
          </p:cNvPr>
          <p:cNvSpPr>
            <a:spLocks xmlns:a="http://schemas.openxmlformats.org/drawingml/2006/main" noGrp="1"/>
          </p:cNvSpPr>
          <p:nvPr/>
        </p:nvSpPr>
        <p:spPr>
          <a:xfrm xmlns:a="http://schemas.openxmlformats.org/drawingml/2006/main">
            <a:off x="8172450" y="3200400"/>
            <a:ext cx="2933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676A64"/>
                </a:solidFill>
                <a:latin typeface="Arial"/>
                <a:ea typeface="Arial"/>
                <a:cs typeface="Arial"/>
              </a:defRPr>
            </a:pPr>
            <a:r>
              <a:rPr sz="1200" b="0">
                <a:solidFill>
                  <a:srgbClr val="676A64"/>
                </a:solidFill>
                <a:latin typeface="Arial"/>
                <a:ea typeface="Arial"/>
                <a:cs typeface="Arial"/>
              </a:rPr>
              <a:t>Executable code</a:t>
            </a:r>
          </a:p>
        </p:txBody>
      </p:sp>
      <p:sp>
        <p:nvSpPr>
          <p:cNvPr id="22" name="">
            <a:extLst xmlns:a="http://schemas.openxmlformats.org/drawingml/2006/main">
              <a:ext uri="{FF2B5EF4-FFF2-40B4-BE49-F238E27FC236}">
                <a16:creationId xmlns:a16="http://schemas.microsoft.com/office/drawing/2014/main" id="{CB46C8FA-0595-4094-BF94-2CF8BF4CE20E}"/>
              </a:ext>
            </a:extLst>
          </p:cNvPr>
          <p:cNvSpPr>
            <a:spLocks xmlns:a="http://schemas.openxmlformats.org/drawingml/2006/main" noGrp="1"/>
          </p:cNvSpPr>
          <p:nvPr/>
        </p:nvSpPr>
        <p:spPr>
          <a:xfrm xmlns:a="http://schemas.openxmlformats.org/drawingml/2006/main">
            <a:off x="609600" y="4000500"/>
            <a:ext cx="3352800" cy="1352550"/>
          </a:xfrm>
          <a:prstGeom xmlns:a="http://schemas.openxmlformats.org/drawingml/2006/main" prst="roundRect">
            <a:avLst>
              <a:gd name="adj" fmla="val 8451"/>
            </a:avLst>
          </a:prstGeom>
          <a:solidFill xmlns:a="http://schemas.openxmlformats.org/drawingml/2006/main">
            <a:srgbClr val="FFFFFF"/>
          </a:solidFill>
          <a:ln xmlns:a="http://schemas.openxmlformats.org/drawingml/2006/main" w="9525">
            <a:solidFill>
              <a:srgbClr val="C8C7BF"/>
            </a:solidFill>
            <a:prstDash val="solid"/>
          </a:ln>
        </p:spPr>
      </p:sp>
      <p:sp>
        <p:nvSpPr>
          <p:cNvPr id="23" name="">
            <a:extLst xmlns:a="http://schemas.openxmlformats.org/drawingml/2006/main">
              <a:ext uri="{FF2B5EF4-FFF2-40B4-BE49-F238E27FC236}">
                <a16:creationId xmlns:a16="http://schemas.microsoft.com/office/drawing/2014/main" id="{08788BAF-67B6-46D7-B382-E53EA9070364}"/>
              </a:ext>
            </a:extLst>
          </p:cNvPr>
          <p:cNvSpPr>
            <a:spLocks xmlns:a="http://schemas.openxmlformats.org/drawingml/2006/main" noGrp="1"/>
          </p:cNvSpPr>
          <p:nvPr/>
        </p:nvSpPr>
        <p:spPr>
          <a:xfrm xmlns:a="http://schemas.openxmlformats.org/drawingml/2006/main">
            <a:off x="819150" y="417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448FF"/>
                </a:solidFill>
                <a:latin typeface="Courier New"/>
                <a:ea typeface="Courier New"/>
                <a:cs typeface="Courier New"/>
              </a:defRPr>
            </a:pPr>
            <a:r>
              <a:rPr sz="975" b="1">
                <a:solidFill>
                  <a:srgbClr val="2448FF"/>
                </a:solidFill>
                <a:latin typeface="Courier New"/>
                <a:ea typeface="Courier New"/>
                <a:cs typeface="Courier New"/>
              </a:rPr>
              <a:t>04</a:t>
            </a:r>
          </a:p>
        </p:txBody>
      </p:sp>
      <p:sp>
        <p:nvSpPr>
          <p:cNvPr id="24" name="">
            <a:extLst xmlns:a="http://schemas.openxmlformats.org/drawingml/2006/main">
              <a:ext uri="{FF2B5EF4-FFF2-40B4-BE49-F238E27FC236}">
                <a16:creationId xmlns:a16="http://schemas.microsoft.com/office/drawing/2014/main" id="{D4CF5D25-1A2E-4563-B6F6-FC12F160ED3B}"/>
              </a:ext>
            </a:extLst>
          </p:cNvPr>
          <p:cNvSpPr>
            <a:spLocks xmlns:a="http://schemas.openxmlformats.org/drawingml/2006/main" noGrp="1"/>
          </p:cNvSpPr>
          <p:nvPr/>
        </p:nvSpPr>
        <p:spPr>
          <a:xfrm xmlns:a="http://schemas.openxmlformats.org/drawingml/2006/main">
            <a:off x="819150" y="4476750"/>
            <a:ext cx="2933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0F"/>
                </a:solidFill>
                <a:latin typeface="Arial"/>
                <a:ea typeface="Arial"/>
                <a:cs typeface="Arial"/>
              </a:defRPr>
            </a:pPr>
            <a:r>
              <a:rPr sz="1725" b="1">
                <a:solidFill>
                  <a:srgbClr val="11110F"/>
                </a:solidFill>
                <a:latin typeface="Arial"/>
                <a:ea typeface="Arial"/>
                <a:cs typeface="Arial"/>
              </a:rPr>
              <a:t>ANALYSIS</a:t>
            </a:r>
          </a:p>
        </p:txBody>
      </p:sp>
      <p:sp>
        <p:nvSpPr>
          <p:cNvPr id="25" name="">
            <a:extLst xmlns:a="http://schemas.openxmlformats.org/drawingml/2006/main">
              <a:ext uri="{FF2B5EF4-FFF2-40B4-BE49-F238E27FC236}">
                <a16:creationId xmlns:a16="http://schemas.microsoft.com/office/drawing/2014/main" id="{35E5775C-F191-4633-BE0E-86C6D1DC785C}"/>
              </a:ext>
            </a:extLst>
          </p:cNvPr>
          <p:cNvSpPr>
            <a:spLocks xmlns:a="http://schemas.openxmlformats.org/drawingml/2006/main" noGrp="1"/>
          </p:cNvSpPr>
          <p:nvPr/>
        </p:nvSpPr>
        <p:spPr>
          <a:xfrm xmlns:a="http://schemas.openxmlformats.org/drawingml/2006/main">
            <a:off x="819150" y="4895850"/>
            <a:ext cx="2933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676A64"/>
                </a:solidFill>
                <a:latin typeface="Arial"/>
                <a:ea typeface="Arial"/>
                <a:cs typeface="Arial"/>
              </a:defRPr>
            </a:pPr>
            <a:r>
              <a:rPr sz="1200" b="0">
                <a:solidFill>
                  <a:srgbClr val="676A64"/>
                </a:solidFill>
                <a:latin typeface="Arial"/>
                <a:ea typeface="Arial"/>
                <a:cs typeface="Arial"/>
              </a:rPr>
              <a:t>Defined estimand</a:t>
            </a:r>
          </a:p>
        </p:txBody>
      </p:sp>
      <p:sp>
        <p:nvSpPr>
          <p:cNvPr id="26" name="">
            <a:extLst xmlns:a="http://schemas.openxmlformats.org/drawingml/2006/main">
              <a:ext uri="{FF2B5EF4-FFF2-40B4-BE49-F238E27FC236}">
                <a16:creationId xmlns:a16="http://schemas.microsoft.com/office/drawing/2014/main" id="{24D0F8AA-B164-441B-96FF-B8A74D796E56}"/>
              </a:ext>
            </a:extLst>
          </p:cNvPr>
          <p:cNvSpPr>
            <a:spLocks xmlns:a="http://schemas.openxmlformats.org/drawingml/2006/main" noGrp="1"/>
          </p:cNvSpPr>
          <p:nvPr/>
        </p:nvSpPr>
        <p:spPr>
          <a:xfrm xmlns:a="http://schemas.openxmlformats.org/drawingml/2006/main">
            <a:off x="4286250" y="4000500"/>
            <a:ext cx="3352800" cy="1352550"/>
          </a:xfrm>
          <a:prstGeom xmlns:a="http://schemas.openxmlformats.org/drawingml/2006/main" prst="roundRect">
            <a:avLst>
              <a:gd name="adj" fmla="val 8451"/>
            </a:avLst>
          </a:prstGeom>
          <a:solidFill xmlns:a="http://schemas.openxmlformats.org/drawingml/2006/main">
            <a:srgbClr val="FFFFFF"/>
          </a:solidFill>
          <a:ln xmlns:a="http://schemas.openxmlformats.org/drawingml/2006/main" w="9525">
            <a:solidFill>
              <a:srgbClr val="C8C7BF"/>
            </a:solidFill>
            <a:prstDash val="solid"/>
          </a:ln>
        </p:spPr>
      </p:sp>
      <p:sp>
        <p:nvSpPr>
          <p:cNvPr id="27" name="">
            <a:extLst xmlns:a="http://schemas.openxmlformats.org/drawingml/2006/main">
              <a:ext uri="{FF2B5EF4-FFF2-40B4-BE49-F238E27FC236}">
                <a16:creationId xmlns:a16="http://schemas.microsoft.com/office/drawing/2014/main" id="{CC6C0816-647F-4CB3-B6E9-06550C4B31B5}"/>
              </a:ext>
            </a:extLst>
          </p:cNvPr>
          <p:cNvSpPr>
            <a:spLocks xmlns:a="http://schemas.openxmlformats.org/drawingml/2006/main" noGrp="1"/>
          </p:cNvSpPr>
          <p:nvPr/>
        </p:nvSpPr>
        <p:spPr>
          <a:xfrm xmlns:a="http://schemas.openxmlformats.org/drawingml/2006/main">
            <a:off x="4495800" y="417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448FF"/>
                </a:solidFill>
                <a:latin typeface="Courier New"/>
                <a:ea typeface="Courier New"/>
                <a:cs typeface="Courier New"/>
              </a:defRPr>
            </a:pPr>
            <a:r>
              <a:rPr sz="975" b="1">
                <a:solidFill>
                  <a:srgbClr val="2448FF"/>
                </a:solidFill>
                <a:latin typeface="Courier New"/>
                <a:ea typeface="Courier New"/>
                <a:cs typeface="Courier New"/>
              </a:rPr>
              <a:t>05</a:t>
            </a:r>
          </a:p>
        </p:txBody>
      </p:sp>
      <p:sp>
        <p:nvSpPr>
          <p:cNvPr id="28" name="">
            <a:extLst xmlns:a="http://schemas.openxmlformats.org/drawingml/2006/main">
              <a:ext uri="{FF2B5EF4-FFF2-40B4-BE49-F238E27FC236}">
                <a16:creationId xmlns:a16="http://schemas.microsoft.com/office/drawing/2014/main" id="{6A7FB5E4-73E2-4B8C-8A97-D422460E5B01}"/>
              </a:ext>
            </a:extLst>
          </p:cNvPr>
          <p:cNvSpPr>
            <a:spLocks xmlns:a="http://schemas.openxmlformats.org/drawingml/2006/main" noGrp="1"/>
          </p:cNvSpPr>
          <p:nvPr/>
        </p:nvSpPr>
        <p:spPr>
          <a:xfrm xmlns:a="http://schemas.openxmlformats.org/drawingml/2006/main">
            <a:off x="4495800" y="4476750"/>
            <a:ext cx="2933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0F"/>
                </a:solidFill>
                <a:latin typeface="Arial"/>
                <a:ea typeface="Arial"/>
                <a:cs typeface="Arial"/>
              </a:defRPr>
            </a:pPr>
            <a:r>
              <a:rPr sz="1725" b="1">
                <a:solidFill>
                  <a:srgbClr val="11110F"/>
                </a:solidFill>
                <a:latin typeface="Arial"/>
                <a:ea typeface="Arial"/>
                <a:cs typeface="Arial"/>
              </a:rPr>
              <a:t>OUTPUT</a:t>
            </a:r>
          </a:p>
        </p:txBody>
      </p:sp>
      <p:sp>
        <p:nvSpPr>
          <p:cNvPr id="29" name="">
            <a:extLst xmlns:a="http://schemas.openxmlformats.org/drawingml/2006/main">
              <a:ext uri="{FF2B5EF4-FFF2-40B4-BE49-F238E27FC236}">
                <a16:creationId xmlns:a16="http://schemas.microsoft.com/office/drawing/2014/main" id="{238CABEF-040D-47AB-ABA6-D78C0A969C3A}"/>
              </a:ext>
            </a:extLst>
          </p:cNvPr>
          <p:cNvSpPr>
            <a:spLocks xmlns:a="http://schemas.openxmlformats.org/drawingml/2006/main" noGrp="1"/>
          </p:cNvSpPr>
          <p:nvPr/>
        </p:nvSpPr>
        <p:spPr>
          <a:xfrm xmlns:a="http://schemas.openxmlformats.org/drawingml/2006/main">
            <a:off x="4495800" y="4895850"/>
            <a:ext cx="2933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676A64"/>
                </a:solidFill>
                <a:latin typeface="Arial"/>
                <a:ea typeface="Arial"/>
                <a:cs typeface="Arial"/>
              </a:defRPr>
            </a:pPr>
            <a:r>
              <a:rPr sz="1200" b="0">
                <a:solidFill>
                  <a:srgbClr val="676A64"/>
                </a:solidFill>
                <a:latin typeface="Arial"/>
                <a:ea typeface="Arial"/>
                <a:cs typeface="Arial"/>
              </a:rPr>
              <a:t>Table / figure</a:t>
            </a:r>
          </a:p>
        </p:txBody>
      </p:sp>
      <p:sp>
        <p:nvSpPr>
          <p:cNvPr id="30" name="">
            <a:extLst xmlns:a="http://schemas.openxmlformats.org/drawingml/2006/main">
              <a:ext uri="{FF2B5EF4-FFF2-40B4-BE49-F238E27FC236}">
                <a16:creationId xmlns:a16="http://schemas.microsoft.com/office/drawing/2014/main" id="{007E46D2-B40D-490B-BE5A-CE44154F47DC}"/>
              </a:ext>
            </a:extLst>
          </p:cNvPr>
          <p:cNvSpPr>
            <a:spLocks xmlns:a="http://schemas.openxmlformats.org/drawingml/2006/main" noGrp="1"/>
          </p:cNvSpPr>
          <p:nvPr/>
        </p:nvSpPr>
        <p:spPr>
          <a:xfrm xmlns:a="http://schemas.openxmlformats.org/drawingml/2006/main">
            <a:off x="7962900" y="4000500"/>
            <a:ext cx="3352800" cy="1352550"/>
          </a:xfrm>
          <a:prstGeom xmlns:a="http://schemas.openxmlformats.org/drawingml/2006/main" prst="roundRect">
            <a:avLst>
              <a:gd name="adj" fmla="val 8451"/>
            </a:avLst>
          </a:prstGeom>
          <a:solidFill xmlns:a="http://schemas.openxmlformats.org/drawingml/2006/main">
            <a:srgbClr val="2448FF"/>
          </a:solidFill>
          <a:ln xmlns:a="http://schemas.openxmlformats.org/drawingml/2006/main" w="9525">
            <a:solidFill>
              <a:srgbClr val="C8C7BF"/>
            </a:solidFill>
            <a:prstDash val="solid"/>
          </a:ln>
        </p:spPr>
      </p:sp>
      <p:sp>
        <p:nvSpPr>
          <p:cNvPr id="31" name="">
            <a:extLst xmlns:a="http://schemas.openxmlformats.org/drawingml/2006/main">
              <a:ext uri="{FF2B5EF4-FFF2-40B4-BE49-F238E27FC236}">
                <a16:creationId xmlns:a16="http://schemas.microsoft.com/office/drawing/2014/main" id="{E9C616EA-1B3A-44DF-830B-2D96449D3E75}"/>
              </a:ext>
            </a:extLst>
          </p:cNvPr>
          <p:cNvSpPr>
            <a:spLocks xmlns:a="http://schemas.openxmlformats.org/drawingml/2006/main" noGrp="1"/>
          </p:cNvSpPr>
          <p:nvPr/>
        </p:nvSpPr>
        <p:spPr>
          <a:xfrm xmlns:a="http://schemas.openxmlformats.org/drawingml/2006/main">
            <a:off x="8172450" y="41719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D8FF4E"/>
                </a:solidFill>
                <a:latin typeface="Courier New"/>
                <a:ea typeface="Courier New"/>
                <a:cs typeface="Courier New"/>
              </a:defRPr>
            </a:pPr>
            <a:r>
              <a:rPr sz="975" b="1">
                <a:solidFill>
                  <a:srgbClr val="D8FF4E"/>
                </a:solidFill>
                <a:latin typeface="Courier New"/>
                <a:ea typeface="Courier New"/>
                <a:cs typeface="Courier New"/>
              </a:rPr>
              <a:t>06</a:t>
            </a:r>
          </a:p>
        </p:txBody>
      </p:sp>
      <p:sp>
        <p:nvSpPr>
          <p:cNvPr id="32" name="">
            <a:extLst xmlns:a="http://schemas.openxmlformats.org/drawingml/2006/main">
              <a:ext uri="{FF2B5EF4-FFF2-40B4-BE49-F238E27FC236}">
                <a16:creationId xmlns:a16="http://schemas.microsoft.com/office/drawing/2014/main" id="{EAAA773F-1EC8-4B3A-AAA7-23254E7AD06C}"/>
              </a:ext>
            </a:extLst>
          </p:cNvPr>
          <p:cNvSpPr>
            <a:spLocks xmlns:a="http://schemas.openxmlformats.org/drawingml/2006/main" noGrp="1"/>
          </p:cNvSpPr>
          <p:nvPr/>
        </p:nvSpPr>
        <p:spPr>
          <a:xfrm xmlns:a="http://schemas.openxmlformats.org/drawingml/2006/main">
            <a:off x="8172450" y="4476750"/>
            <a:ext cx="2933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VERSION</a:t>
            </a:r>
          </a:p>
        </p:txBody>
      </p:sp>
      <p:sp>
        <p:nvSpPr>
          <p:cNvPr id="33" name="">
            <a:extLst xmlns:a="http://schemas.openxmlformats.org/drawingml/2006/main">
              <a:ext uri="{FF2B5EF4-FFF2-40B4-BE49-F238E27FC236}">
                <a16:creationId xmlns:a16="http://schemas.microsoft.com/office/drawing/2014/main" id="{4077EA71-BCCC-4F16-A74A-4E9D0A462422}"/>
              </a:ext>
            </a:extLst>
          </p:cNvPr>
          <p:cNvSpPr>
            <a:spLocks xmlns:a="http://schemas.openxmlformats.org/drawingml/2006/main" noGrp="1"/>
          </p:cNvSpPr>
          <p:nvPr/>
        </p:nvSpPr>
        <p:spPr>
          <a:xfrm xmlns:a="http://schemas.openxmlformats.org/drawingml/2006/main">
            <a:off x="8172450" y="4895850"/>
            <a:ext cx="2933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D6DCFF"/>
                </a:solidFill>
                <a:latin typeface="Arial"/>
                <a:ea typeface="Arial"/>
                <a:cs typeface="Arial"/>
              </a:defRPr>
            </a:pPr>
            <a:r>
              <a:rPr sz="1200" b="0">
                <a:solidFill>
                  <a:srgbClr val="D6DCFF"/>
                </a:solidFill>
                <a:latin typeface="Arial"/>
                <a:ea typeface="Arial"/>
                <a:cs typeface="Arial"/>
              </a:rPr>
              <a:t>Citation + release</a:t>
            </a:r>
          </a:p>
        </p:txBody>
      </p:sp>
    </p:spTree>
    <p:extLst>
      <p:ext uri="{BB962C8B-B14F-4D97-AF65-F5344CB8AC3E}">
        <p14:creationId xmlns:p14="http://schemas.microsoft.com/office/powerpoint/2010/main" val="868138888"/>
      </p:ext>
    </p:extLst>
  </p:cSld>
</p:sld>
</file>

<file path=ppt/slides/slide4.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91" name="">
            <a:extLst xmlns:a="http://schemas.openxmlformats.org/drawingml/2006/main">
              <a:ext uri="{FF2B5EF4-FFF2-40B4-BE49-F238E27FC236}">
                <a16:creationId xmlns:a16="http://schemas.microsoft.com/office/drawing/2014/main" id="{53E99904-F62B-4C50-BDBC-8822BB43CB8D}"/>
              </a:ext>
            </a:extLst>
          </p:cNvPr>
          <p:cNvSpPr>
            <a:spLocks xmlns:a="http://schemas.openxmlformats.org/drawingml/2006/main" noGrp="1"/>
          </p:cNvSpPr>
          <p:nvPr/>
        </p:nvSpPr>
        <p:spPr>
          <a:xfrm xmlns:a="http://schemas.openxmlformats.org/drawingml/2006/main">
            <a:off x="609600" y="361950"/>
            <a:ext cx="266700" cy="266700"/>
          </a:xfrm>
          <a:prstGeom xmlns:a="http://schemas.openxmlformats.org/drawingml/2006/main" prst="rect">
            <a:avLst/>
          </a:prstGeom>
          <a:solidFill xmlns:a="http://schemas.openxmlformats.org/drawingml/2006/main">
            <a:srgbClr val="2448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CA4FB4C-9673-4FA4-B297-36064C2513EB}"/>
              </a:ext>
            </a:extLst>
          </p:cNvPr>
          <p:cNvSpPr>
            <a:spLocks xmlns:a="http://schemas.openxmlformats.org/drawingml/2006/main" noGrp="1"/>
          </p:cNvSpPr>
          <p:nvPr/>
        </p:nvSpPr>
        <p:spPr>
          <a:xfrm xmlns:a="http://schemas.openxmlformats.org/drawingml/2006/main">
            <a:off x="685800" y="438150"/>
            <a:ext cx="114300" cy="114300"/>
          </a:xfrm>
          <a:prstGeom xmlns:a="http://schemas.openxmlformats.org/drawingml/2006/main" prst="rect">
            <a:avLst/>
          </a:prstGeom>
          <a:solidFill xmlns:a="http://schemas.openxmlformats.org/drawingml/2006/main">
            <a:srgbClr val="F4F1E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EBE4648-7A22-4664-82A6-52F00DE70C7C}"/>
              </a:ext>
            </a:extLst>
          </p:cNvPr>
          <p:cNvSpPr>
            <a:spLocks xmlns:a="http://schemas.openxmlformats.org/drawingml/2006/main" noGrp="1"/>
          </p:cNvSpPr>
          <p:nvPr/>
        </p:nvSpPr>
        <p:spPr>
          <a:xfrm xmlns:a="http://schemas.openxmlformats.org/drawingml/2006/main">
            <a:off x="990600" y="3810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11110F"/>
                </a:solidFill>
                <a:latin typeface="Arial"/>
                <a:ea typeface="Arial"/>
                <a:cs typeface="Arial"/>
              </a:defRPr>
            </a:pPr>
            <a:r>
              <a:rPr sz="1050" b="1">
                <a:solidFill>
                  <a:srgbClr val="11110F"/>
                </a:solidFill>
                <a:latin typeface="Arial"/>
                <a:ea typeface="Arial"/>
                <a:cs typeface="Arial"/>
              </a:rPr>
              <a:t>MENA OPEN DATA &amp; EVIDENCE LAB</a:t>
            </a:r>
          </a:p>
        </p:txBody>
      </p:sp>
      <p:sp>
        <p:nvSpPr>
          <p:cNvPr id="4" name="">
            <a:extLst xmlns:a="http://schemas.openxmlformats.org/drawingml/2006/main">
              <a:ext uri="{FF2B5EF4-FFF2-40B4-BE49-F238E27FC236}">
                <a16:creationId xmlns:a16="http://schemas.microsoft.com/office/drawing/2014/main" id="{AF66CB81-9139-4B1F-8F3E-5C36E25920AA}"/>
              </a:ext>
            </a:extLst>
          </p:cNvPr>
          <p:cNvSpPr>
            <a:spLocks xmlns:a="http://schemas.openxmlformats.org/drawingml/2006/main" noGrp="1"/>
          </p:cNvSpPr>
          <p:nvPr/>
        </p:nvSpPr>
        <p:spPr>
          <a:xfrm xmlns:a="http://schemas.openxmlformats.org/drawingml/2006/main">
            <a:off x="8667750" y="381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676A64"/>
                </a:solidFill>
                <a:latin typeface="Arial"/>
                <a:ea typeface="Arial"/>
                <a:cs typeface="Arial"/>
              </a:defRPr>
            </a:pPr>
            <a:r>
              <a:rPr sz="975" b="1">
                <a:solidFill>
                  <a:srgbClr val="676A64"/>
                </a:solidFill>
                <a:latin typeface="Arial"/>
                <a:ea typeface="Arial"/>
                <a:cs typeface="Arial"/>
              </a:rPr>
              <a:t>DATA CONTRACT</a:t>
            </a:r>
          </a:p>
        </p:txBody>
      </p:sp>
      <p:sp>
        <p:nvSpPr>
          <p:cNvPr id="5" name="">
            <a:extLst xmlns:a="http://schemas.openxmlformats.org/drawingml/2006/main">
              <a:ext uri="{FF2B5EF4-FFF2-40B4-BE49-F238E27FC236}">
                <a16:creationId xmlns:a16="http://schemas.microsoft.com/office/drawing/2014/main" id="{4118A9B0-23F7-415E-9312-550448592112}"/>
              </a:ext>
            </a:extLst>
          </p:cNvPr>
          <p:cNvSpPr>
            <a:spLocks xmlns:a="http://schemas.openxmlformats.org/drawingml/2006/main" noGrp="1"/>
          </p:cNvSpPr>
          <p:nvPr/>
        </p:nvSpPr>
        <p:spPr>
          <a:xfrm xmlns:a="http://schemas.openxmlformats.org/drawingml/2006/main">
            <a:off x="609600" y="742950"/>
            <a:ext cx="10972800" cy="9525"/>
          </a:xfrm>
          <a:prstGeom xmlns:a="http://schemas.openxmlformats.org/drawingml/2006/main" prst="rect">
            <a:avLst/>
          </a:prstGeom>
          <a:solidFill xmlns:a="http://schemas.openxmlformats.org/drawingml/2006/main">
            <a:srgbClr val="C8C7B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AC7C01B-77C4-41FE-A5A8-B12700820F5B}"/>
              </a:ext>
            </a:extLst>
          </p:cNvPr>
          <p:cNvSpPr>
            <a:spLocks xmlns:a="http://schemas.openxmlformats.org/drawingml/2006/main" noGrp="1"/>
          </p:cNvSpPr>
          <p:nvPr/>
        </p:nvSpPr>
        <p:spPr>
          <a:xfrm xmlns:a="http://schemas.openxmlformats.org/drawingml/2006/main">
            <a:off x="609600" y="64579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76A64"/>
                </a:solidFill>
                <a:latin typeface="Arial"/>
                <a:ea typeface="Arial"/>
                <a:cs typeface="Arial"/>
              </a:defRPr>
            </a:pPr>
            <a:r>
              <a:rPr sz="825" b="1">
                <a:solidFill>
                  <a:srgbClr val="676A64"/>
                </a:solidFill>
                <a:latin typeface="Arial"/>
                <a:ea typeface="Arial"/>
                <a:cs typeface="Arial"/>
              </a:rPr>
              <a:t>WORKSHOP 001  •  SCHEDULED 23 AUG 2026</a:t>
            </a:r>
          </a:p>
        </p:txBody>
      </p:sp>
      <p:sp>
        <p:nvSpPr>
          <p:cNvPr id="7" name="">
            <a:extLst xmlns:a="http://schemas.openxmlformats.org/drawingml/2006/main">
              <a:ext uri="{FF2B5EF4-FFF2-40B4-BE49-F238E27FC236}">
                <a16:creationId xmlns:a16="http://schemas.microsoft.com/office/drawing/2014/main" id="{95536DB3-C742-4036-AFDD-FA84A94BC41C}"/>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676A64"/>
                </a:solidFill>
                <a:latin typeface="Courier New"/>
                <a:ea typeface="Courier New"/>
                <a:cs typeface="Courier New"/>
              </a:defRPr>
            </a:pPr>
            <a:r>
              <a:rPr sz="900" b="1">
                <a:solidFill>
                  <a:srgbClr val="676A64"/>
                </a:solidFill>
                <a:latin typeface="Courier New"/>
                <a:ea typeface="Courier New"/>
                <a:cs typeface="Courier New"/>
              </a:rPr>
              <a:t>04</a:t>
            </a:r>
          </a:p>
        </p:txBody>
      </p:sp>
      <p:sp>
        <p:nvSpPr>
          <p:cNvPr id="8" name="">
            <a:extLst xmlns:a="http://schemas.openxmlformats.org/drawingml/2006/main">
              <a:ext uri="{FF2B5EF4-FFF2-40B4-BE49-F238E27FC236}">
                <a16:creationId xmlns:a16="http://schemas.microsoft.com/office/drawing/2014/main" id="{0476AD13-1CCF-4733-A949-30E1242AE4E6}"/>
              </a:ext>
            </a:extLst>
          </p:cNvPr>
          <p:cNvSpPr>
            <a:spLocks xmlns:a="http://schemas.openxmlformats.org/drawingml/2006/main" noGrp="1"/>
          </p:cNvSpPr>
          <p:nvPr/>
        </p:nvSpPr>
        <p:spPr>
          <a:xfrm xmlns:a="http://schemas.openxmlformats.org/drawingml/2006/main">
            <a:off x="609600" y="1066800"/>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150" b="1">
                <a:solidFill>
                  <a:srgbClr val="11110F"/>
                </a:solidFill>
                <a:latin typeface="Arial"/>
                <a:ea typeface="Arial"/>
                <a:cs typeface="Arial"/>
              </a:defRPr>
            </a:pPr>
            <a:r>
              <a:rPr sz="3150" b="1">
                <a:solidFill>
                  <a:srgbClr val="11110F"/>
                </a:solidFill>
                <a:latin typeface="Arial"/>
                <a:ea typeface="Arial"/>
                <a:cs typeface="Arial"/>
              </a:rPr>
              <a:t>Know what must be true before you estimate</a:t>
            </a:r>
          </a:p>
        </p:txBody>
      </p:sp>
      <p:sp>
        <p:nvSpPr>
          <p:cNvPr id="9" name="">
            <a:extLst xmlns:a="http://schemas.openxmlformats.org/drawingml/2006/main">
              <a:ext uri="{FF2B5EF4-FFF2-40B4-BE49-F238E27FC236}">
                <a16:creationId xmlns:a16="http://schemas.microsoft.com/office/drawing/2014/main" id="{A8553422-1DB1-4049-BEBD-4CA9689B080D}"/>
              </a:ext>
            </a:extLst>
          </p:cNvPr>
          <p:cNvSpPr>
            <a:spLocks xmlns:a="http://schemas.openxmlformats.org/drawingml/2006/main" noGrp="1"/>
          </p:cNvSpPr>
          <p:nvPr/>
        </p:nvSpPr>
        <p:spPr>
          <a:xfrm xmlns:a="http://schemas.openxmlformats.org/drawingml/2006/main">
            <a:off x="609600" y="2038350"/>
            <a:ext cx="3238500" cy="3543300"/>
          </a:xfrm>
          <a:prstGeom xmlns:a="http://schemas.openxmlformats.org/drawingml/2006/main" prst="roundRect">
            <a:avLst>
              <a:gd name="adj" fmla="val 3529"/>
            </a:avLst>
          </a:prstGeom>
          <a:solidFill xmlns:a="http://schemas.openxmlformats.org/drawingml/2006/main">
            <a:srgbClr val="2448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16F04E0-4024-4AF0-BAC3-90766E2C1DE0}"/>
              </a:ext>
            </a:extLst>
          </p:cNvPr>
          <p:cNvSpPr>
            <a:spLocks xmlns:a="http://schemas.openxmlformats.org/drawingml/2006/main" noGrp="1"/>
          </p:cNvSpPr>
          <p:nvPr/>
        </p:nvSpPr>
        <p:spPr>
          <a:xfrm xmlns:a="http://schemas.openxmlformats.org/drawingml/2006/main">
            <a:off x="876300" y="2286000"/>
            <a:ext cx="27051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7200" b="1">
                <a:solidFill>
                  <a:srgbClr val="FFFFFF"/>
                </a:solidFill>
                <a:latin typeface="Arial"/>
                <a:ea typeface="Arial"/>
                <a:cs typeface="Arial"/>
              </a:defRPr>
            </a:pPr>
            <a:r>
              <a:rPr sz="7200" b="1">
                <a:solidFill>
                  <a:srgbClr val="FFFFFF"/>
                </a:solidFill>
                <a:latin typeface="Arial"/>
                <a:ea typeface="Arial"/>
                <a:cs typeface="Arial"/>
              </a:rPr>
              <a:t>56</a:t>
            </a:r>
          </a:p>
        </p:txBody>
      </p:sp>
      <p:sp>
        <p:nvSpPr>
          <p:cNvPr id="11" name="">
            <a:extLst xmlns:a="http://schemas.openxmlformats.org/drawingml/2006/main">
              <a:ext uri="{FF2B5EF4-FFF2-40B4-BE49-F238E27FC236}">
                <a16:creationId xmlns:a16="http://schemas.microsoft.com/office/drawing/2014/main" id="{3F1E8F0C-EA3B-41DF-A103-EA733585880D}"/>
              </a:ext>
            </a:extLst>
          </p:cNvPr>
          <p:cNvSpPr>
            <a:spLocks xmlns:a="http://schemas.openxmlformats.org/drawingml/2006/main" noGrp="1"/>
          </p:cNvSpPr>
          <p:nvPr/>
        </p:nvSpPr>
        <p:spPr>
          <a:xfrm xmlns:a="http://schemas.openxmlformats.org/drawingml/2006/main">
            <a:off x="876300" y="3448050"/>
            <a:ext cx="2705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1">
                <a:solidFill>
                  <a:srgbClr val="D8FF4E"/>
                </a:solidFill>
                <a:latin typeface="Arial"/>
                <a:ea typeface="Arial"/>
                <a:cs typeface="Arial"/>
              </a:defRPr>
            </a:pPr>
            <a:r>
              <a:rPr sz="1425" b="1">
                <a:solidFill>
                  <a:srgbClr val="D8FF4E"/>
                </a:solidFill>
                <a:latin typeface="Arial"/>
                <a:ea typeface="Arial"/>
                <a:cs typeface="Arial"/>
              </a:rPr>
              <a:t>ROWS</a:t>
            </a:r>
          </a:p>
        </p:txBody>
      </p:sp>
      <p:sp>
        <p:nvSpPr>
          <p:cNvPr id="12" name="">
            <a:extLst xmlns:a="http://schemas.openxmlformats.org/drawingml/2006/main">
              <a:ext uri="{FF2B5EF4-FFF2-40B4-BE49-F238E27FC236}">
                <a16:creationId xmlns:a16="http://schemas.microsoft.com/office/drawing/2014/main" id="{30D881C3-92E3-483E-BE02-40DDF91C9B24}"/>
              </a:ext>
            </a:extLst>
          </p:cNvPr>
          <p:cNvSpPr>
            <a:spLocks xmlns:a="http://schemas.openxmlformats.org/drawingml/2006/main" noGrp="1"/>
          </p:cNvSpPr>
          <p:nvPr/>
        </p:nvSpPr>
        <p:spPr>
          <a:xfrm xmlns:a="http://schemas.openxmlformats.org/drawingml/2006/main">
            <a:off x="952500" y="4038600"/>
            <a:ext cx="2552700" cy="9525"/>
          </a:xfrm>
          <a:prstGeom xmlns:a="http://schemas.openxmlformats.org/drawingml/2006/main" prst="rect">
            <a:avLst/>
          </a:prstGeom>
          <a:solidFill xmlns:a="http://schemas.openxmlformats.org/drawingml/2006/main">
            <a:srgbClr val="7288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3D2AFCD-F1E3-4370-8BAF-BA658DEA0DD2}"/>
              </a:ext>
            </a:extLst>
          </p:cNvPr>
          <p:cNvSpPr>
            <a:spLocks xmlns:a="http://schemas.openxmlformats.org/drawingml/2006/main" noGrp="1"/>
          </p:cNvSpPr>
          <p:nvPr/>
        </p:nvSpPr>
        <p:spPr>
          <a:xfrm xmlns:a="http://schemas.openxmlformats.org/drawingml/2006/main">
            <a:off x="914400" y="4324350"/>
            <a:ext cx="26289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FFFFFF"/>
                </a:solidFill>
                <a:latin typeface="Arial"/>
                <a:ea typeface="Arial"/>
                <a:cs typeface="Arial"/>
              </a:defRPr>
            </a:pPr>
            <a:r>
              <a:rPr sz="1350" b="0">
                <a:solidFill>
                  <a:srgbClr val="FFFFFF"/>
                </a:solidFill>
                <a:latin typeface="Arial"/>
                <a:ea typeface="Arial"/>
                <a:cs typeface="Arial"/>
              </a:rPr>
              <a:t>8 regions × 7 years</a:t>
            </a:r>
          </a:p>
          <a:p xmlns:a="http://schemas.openxmlformats.org/drawingml/2006/main">
            <a:pPr algn="ctr">
              <a:defRPr sz="1350" b="0">
                <a:solidFill>
                  <a:srgbClr val="FFFFFF"/>
                </a:solidFill>
                <a:latin typeface="Arial"/>
                <a:ea typeface="Arial"/>
                <a:cs typeface="Arial"/>
              </a:defRPr>
            </a:pPr>
            <a:r>
              <a:rPr sz="1350" b="0">
                <a:solidFill>
                  <a:srgbClr val="FFFFFF"/>
                </a:solidFill>
                <a:latin typeface="Arial"/>
                <a:ea typeface="Arial"/>
                <a:cs typeface="Arial"/>
              </a:rPr>
              <a:t>2018–2024</a:t>
            </a:r>
          </a:p>
          <a:p xmlns:a="http://schemas.openxmlformats.org/drawingml/2006/main">
            <a:pPr algn="ctr">
              <a:defRPr sz="1350" b="0">
                <a:solidFill>
                  <a:srgbClr val="FFFFFF"/>
                </a:solidFill>
                <a:latin typeface="Arial"/>
                <a:ea typeface="Arial"/>
                <a:cs typeface="Arial"/>
              </a:defRPr>
            </a:pPr>
            <a:r>
              <a:rPr sz="1350" b="0">
                <a:solidFill>
                  <a:srgbClr val="FFFFFF"/>
                </a:solidFill>
                <a:latin typeface="Arial"/>
                <a:ea typeface="Arial"/>
                <a:cs typeface="Arial"/>
              </a:rPr>
              <a:t>No duplicate region-year keys</a:t>
            </a:r>
          </a:p>
        </p:txBody>
      </p:sp>
      <p:sp>
        <p:nvSpPr>
          <p:cNvPr id="14" name="">
            <a:extLst xmlns:a="http://schemas.openxmlformats.org/drawingml/2006/main">
              <a:ext uri="{FF2B5EF4-FFF2-40B4-BE49-F238E27FC236}">
                <a16:creationId xmlns:a16="http://schemas.microsoft.com/office/drawing/2014/main" id="{BCE2EC42-36F1-48E4-BEDC-19359C06AEDD}"/>
              </a:ext>
            </a:extLst>
          </p:cNvPr>
          <p:cNvSpPr>
            <a:spLocks xmlns:a="http://schemas.openxmlformats.org/drawingml/2006/main" noGrp="1"/>
          </p:cNvSpPr>
          <p:nvPr/>
        </p:nvSpPr>
        <p:spPr>
          <a:xfrm xmlns:a="http://schemas.openxmlformats.org/drawingml/2006/main">
            <a:off x="4457700" y="2057400"/>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676A64"/>
                </a:solidFill>
                <a:latin typeface="Courier New"/>
                <a:ea typeface="Courier New"/>
                <a:cs typeface="Courier New"/>
              </a:defRPr>
            </a:pPr>
            <a:r>
              <a:rPr sz="900" b="1">
                <a:solidFill>
                  <a:srgbClr val="676A64"/>
                </a:solidFill>
                <a:latin typeface="Courier New"/>
                <a:ea typeface="Courier New"/>
                <a:cs typeface="Courier New"/>
              </a:rPr>
              <a:t>18</a:t>
            </a:r>
          </a:p>
        </p:txBody>
      </p:sp>
      <p:sp>
        <p:nvSpPr>
          <p:cNvPr id="15" name="">
            <a:extLst xmlns:a="http://schemas.openxmlformats.org/drawingml/2006/main">
              <a:ext uri="{FF2B5EF4-FFF2-40B4-BE49-F238E27FC236}">
                <a16:creationId xmlns:a16="http://schemas.microsoft.com/office/drawing/2014/main" id="{4DC745A4-3363-47AD-8843-E76EEC3D143D}"/>
              </a:ext>
            </a:extLst>
          </p:cNvPr>
          <p:cNvSpPr>
            <a:spLocks xmlns:a="http://schemas.openxmlformats.org/drawingml/2006/main" noGrp="1"/>
          </p:cNvSpPr>
          <p:nvPr/>
        </p:nvSpPr>
        <p:spPr>
          <a:xfrm xmlns:a="http://schemas.openxmlformats.org/drawingml/2006/main">
            <a:off x="5181600" y="2057400"/>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676A64"/>
                </a:solidFill>
                <a:latin typeface="Courier New"/>
                <a:ea typeface="Courier New"/>
                <a:cs typeface="Courier New"/>
              </a:defRPr>
            </a:pPr>
            <a:r>
              <a:rPr sz="900" b="1">
                <a:solidFill>
                  <a:srgbClr val="676A64"/>
                </a:solidFill>
                <a:latin typeface="Courier New"/>
                <a:ea typeface="Courier New"/>
                <a:cs typeface="Courier New"/>
              </a:rPr>
              <a:t>19</a:t>
            </a:r>
          </a:p>
        </p:txBody>
      </p:sp>
      <p:sp>
        <p:nvSpPr>
          <p:cNvPr id="16" name="">
            <a:extLst xmlns:a="http://schemas.openxmlformats.org/drawingml/2006/main">
              <a:ext uri="{FF2B5EF4-FFF2-40B4-BE49-F238E27FC236}">
                <a16:creationId xmlns:a16="http://schemas.microsoft.com/office/drawing/2014/main" id="{9D338358-FE66-4DD6-A23D-F68F9EB370AE}"/>
              </a:ext>
            </a:extLst>
          </p:cNvPr>
          <p:cNvSpPr>
            <a:spLocks xmlns:a="http://schemas.openxmlformats.org/drawingml/2006/main" noGrp="1"/>
          </p:cNvSpPr>
          <p:nvPr/>
        </p:nvSpPr>
        <p:spPr>
          <a:xfrm xmlns:a="http://schemas.openxmlformats.org/drawingml/2006/main">
            <a:off x="5905500" y="2057400"/>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676A64"/>
                </a:solidFill>
                <a:latin typeface="Courier New"/>
                <a:ea typeface="Courier New"/>
                <a:cs typeface="Courier New"/>
              </a:defRPr>
            </a:pPr>
            <a:r>
              <a:rPr sz="900" b="1">
                <a:solidFill>
                  <a:srgbClr val="676A64"/>
                </a:solidFill>
                <a:latin typeface="Courier New"/>
                <a:ea typeface="Courier New"/>
                <a:cs typeface="Courier New"/>
              </a:rPr>
              <a:t>20</a:t>
            </a:r>
          </a:p>
        </p:txBody>
      </p:sp>
      <p:sp>
        <p:nvSpPr>
          <p:cNvPr id="17" name="">
            <a:extLst xmlns:a="http://schemas.openxmlformats.org/drawingml/2006/main">
              <a:ext uri="{FF2B5EF4-FFF2-40B4-BE49-F238E27FC236}">
                <a16:creationId xmlns:a16="http://schemas.microsoft.com/office/drawing/2014/main" id="{03B90936-032B-4816-A8C2-7B69988E2B75}"/>
              </a:ext>
            </a:extLst>
          </p:cNvPr>
          <p:cNvSpPr>
            <a:spLocks xmlns:a="http://schemas.openxmlformats.org/drawingml/2006/main" noGrp="1"/>
          </p:cNvSpPr>
          <p:nvPr/>
        </p:nvSpPr>
        <p:spPr>
          <a:xfrm xmlns:a="http://schemas.openxmlformats.org/drawingml/2006/main">
            <a:off x="6629400" y="2057400"/>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676A64"/>
                </a:solidFill>
                <a:latin typeface="Courier New"/>
                <a:ea typeface="Courier New"/>
                <a:cs typeface="Courier New"/>
              </a:defRPr>
            </a:pPr>
            <a:r>
              <a:rPr sz="900" b="1">
                <a:solidFill>
                  <a:srgbClr val="676A64"/>
                </a:solidFill>
                <a:latin typeface="Courier New"/>
                <a:ea typeface="Courier New"/>
                <a:cs typeface="Courier New"/>
              </a:rPr>
              <a:t>21</a:t>
            </a:r>
          </a:p>
        </p:txBody>
      </p:sp>
      <p:sp>
        <p:nvSpPr>
          <p:cNvPr id="18" name="">
            <a:extLst xmlns:a="http://schemas.openxmlformats.org/drawingml/2006/main">
              <a:ext uri="{FF2B5EF4-FFF2-40B4-BE49-F238E27FC236}">
                <a16:creationId xmlns:a16="http://schemas.microsoft.com/office/drawing/2014/main" id="{40DD1929-591A-499E-B6E7-32829A3C3721}"/>
              </a:ext>
            </a:extLst>
          </p:cNvPr>
          <p:cNvSpPr>
            <a:spLocks xmlns:a="http://schemas.openxmlformats.org/drawingml/2006/main" noGrp="1"/>
          </p:cNvSpPr>
          <p:nvPr/>
        </p:nvSpPr>
        <p:spPr>
          <a:xfrm xmlns:a="http://schemas.openxmlformats.org/drawingml/2006/main">
            <a:off x="7353300" y="2057400"/>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676A64"/>
                </a:solidFill>
                <a:latin typeface="Courier New"/>
                <a:ea typeface="Courier New"/>
                <a:cs typeface="Courier New"/>
              </a:defRPr>
            </a:pPr>
            <a:r>
              <a:rPr sz="900" b="1">
                <a:solidFill>
                  <a:srgbClr val="676A64"/>
                </a:solidFill>
                <a:latin typeface="Courier New"/>
                <a:ea typeface="Courier New"/>
                <a:cs typeface="Courier New"/>
              </a:rPr>
              <a:t>22</a:t>
            </a:r>
          </a:p>
        </p:txBody>
      </p:sp>
      <p:sp>
        <p:nvSpPr>
          <p:cNvPr id="19" name="">
            <a:extLst xmlns:a="http://schemas.openxmlformats.org/drawingml/2006/main">
              <a:ext uri="{FF2B5EF4-FFF2-40B4-BE49-F238E27FC236}">
                <a16:creationId xmlns:a16="http://schemas.microsoft.com/office/drawing/2014/main" id="{1F0A5CE1-D5B3-461A-86A0-17E6A2B0E605}"/>
              </a:ext>
            </a:extLst>
          </p:cNvPr>
          <p:cNvSpPr>
            <a:spLocks xmlns:a="http://schemas.openxmlformats.org/drawingml/2006/main" noGrp="1"/>
          </p:cNvSpPr>
          <p:nvPr/>
        </p:nvSpPr>
        <p:spPr>
          <a:xfrm xmlns:a="http://schemas.openxmlformats.org/drawingml/2006/main">
            <a:off x="8077200" y="2057400"/>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676A64"/>
                </a:solidFill>
                <a:latin typeface="Courier New"/>
                <a:ea typeface="Courier New"/>
                <a:cs typeface="Courier New"/>
              </a:defRPr>
            </a:pPr>
            <a:r>
              <a:rPr sz="900" b="1">
                <a:solidFill>
                  <a:srgbClr val="676A64"/>
                </a:solidFill>
                <a:latin typeface="Courier New"/>
                <a:ea typeface="Courier New"/>
                <a:cs typeface="Courier New"/>
              </a:rPr>
              <a:t>23</a:t>
            </a:r>
          </a:p>
        </p:txBody>
      </p:sp>
      <p:sp>
        <p:nvSpPr>
          <p:cNvPr id="20" name="">
            <a:extLst xmlns:a="http://schemas.openxmlformats.org/drawingml/2006/main">
              <a:ext uri="{FF2B5EF4-FFF2-40B4-BE49-F238E27FC236}">
                <a16:creationId xmlns:a16="http://schemas.microsoft.com/office/drawing/2014/main" id="{6CAD552F-3028-4377-92F4-2EEA1B5F6530}"/>
              </a:ext>
            </a:extLst>
          </p:cNvPr>
          <p:cNvSpPr>
            <a:spLocks xmlns:a="http://schemas.openxmlformats.org/drawingml/2006/main" noGrp="1"/>
          </p:cNvSpPr>
          <p:nvPr/>
        </p:nvSpPr>
        <p:spPr>
          <a:xfrm xmlns:a="http://schemas.openxmlformats.org/drawingml/2006/main">
            <a:off x="8801100" y="2057400"/>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676A64"/>
                </a:solidFill>
                <a:latin typeface="Courier New"/>
                <a:ea typeface="Courier New"/>
                <a:cs typeface="Courier New"/>
              </a:defRPr>
            </a:pPr>
            <a:r>
              <a:rPr sz="900" b="1">
                <a:solidFill>
                  <a:srgbClr val="676A64"/>
                </a:solidFill>
                <a:latin typeface="Courier New"/>
                <a:ea typeface="Courier New"/>
                <a:cs typeface="Courier New"/>
              </a:rPr>
              <a:t>24</a:t>
            </a:r>
          </a:p>
        </p:txBody>
      </p:sp>
      <p:sp>
        <p:nvSpPr>
          <p:cNvPr id="21" name="">
            <a:extLst xmlns:a="http://schemas.openxmlformats.org/drawingml/2006/main">
              <a:ext uri="{FF2B5EF4-FFF2-40B4-BE49-F238E27FC236}">
                <a16:creationId xmlns:a16="http://schemas.microsoft.com/office/drawing/2014/main" id="{2047F220-4841-4918-ABC3-893305C568B8}"/>
              </a:ext>
            </a:extLst>
          </p:cNvPr>
          <p:cNvSpPr>
            <a:spLocks xmlns:a="http://schemas.openxmlformats.org/drawingml/2006/main" noGrp="1"/>
          </p:cNvSpPr>
          <p:nvPr/>
        </p:nvSpPr>
        <p:spPr>
          <a:xfrm xmlns:a="http://schemas.openxmlformats.org/drawingml/2006/main">
            <a:off x="4038600" y="2447925"/>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676A64"/>
                </a:solidFill>
                <a:latin typeface="Courier New"/>
                <a:ea typeface="Courier New"/>
                <a:cs typeface="Courier New"/>
              </a:defRPr>
            </a:pPr>
            <a:r>
              <a:rPr sz="900" b="1">
                <a:solidFill>
                  <a:srgbClr val="676A64"/>
                </a:solidFill>
                <a:latin typeface="Courier New"/>
                <a:ea typeface="Courier New"/>
                <a:cs typeface="Courier New"/>
              </a:rPr>
              <a:t>R1</a:t>
            </a:r>
          </a:p>
        </p:txBody>
      </p:sp>
      <p:sp>
        <p:nvSpPr>
          <p:cNvPr id="22" name="">
            <a:extLst xmlns:a="http://schemas.openxmlformats.org/drawingml/2006/main">
              <a:ext uri="{FF2B5EF4-FFF2-40B4-BE49-F238E27FC236}">
                <a16:creationId xmlns:a16="http://schemas.microsoft.com/office/drawing/2014/main" id="{4A51C343-BBA8-4944-8D0E-6C3AF9CB09B9}"/>
              </a:ext>
            </a:extLst>
          </p:cNvPr>
          <p:cNvSpPr>
            <a:spLocks xmlns:a="http://schemas.openxmlformats.org/drawingml/2006/main" noGrp="1"/>
          </p:cNvSpPr>
          <p:nvPr/>
        </p:nvSpPr>
        <p:spPr>
          <a:xfrm xmlns:a="http://schemas.openxmlformats.org/drawingml/2006/main">
            <a:off x="4457700" y="2362200"/>
            <a:ext cx="666750" cy="266700"/>
          </a:xfrm>
          <a:prstGeom xmlns:a="http://schemas.openxmlformats.org/drawingml/2006/main" prst="roundRect">
            <a:avLst>
              <a:gd name="adj" fmla="val 42857"/>
            </a:avLst>
          </a:prstGeom>
          <a:solidFill xmlns:a="http://schemas.openxmlformats.org/drawingml/2006/main">
            <a:srgbClr val="C9D1FF"/>
          </a:solidFill>
          <a:ln xmlns:a="http://schemas.openxmlformats.org/drawingml/2006/main" w="9525">
            <a:solidFill>
              <a:srgbClr val="C8C7BF"/>
            </a:solidFill>
            <a:prstDash val="solid"/>
          </a:ln>
        </p:spPr>
      </p:sp>
      <p:sp>
        <p:nvSpPr>
          <p:cNvPr id="23" name="">
            <a:extLst xmlns:a="http://schemas.openxmlformats.org/drawingml/2006/main">
              <a:ext uri="{FF2B5EF4-FFF2-40B4-BE49-F238E27FC236}">
                <a16:creationId xmlns:a16="http://schemas.microsoft.com/office/drawing/2014/main" id="{2436DE2B-A299-446F-A666-4E991599B325}"/>
              </a:ext>
            </a:extLst>
          </p:cNvPr>
          <p:cNvSpPr>
            <a:spLocks xmlns:a="http://schemas.openxmlformats.org/drawingml/2006/main" noGrp="1"/>
          </p:cNvSpPr>
          <p:nvPr/>
        </p:nvSpPr>
        <p:spPr>
          <a:xfrm xmlns:a="http://schemas.openxmlformats.org/drawingml/2006/main">
            <a:off x="5181600" y="2362200"/>
            <a:ext cx="666750" cy="266700"/>
          </a:xfrm>
          <a:prstGeom xmlns:a="http://schemas.openxmlformats.org/drawingml/2006/main" prst="roundRect">
            <a:avLst>
              <a:gd name="adj" fmla="val 42857"/>
            </a:avLst>
          </a:prstGeom>
          <a:solidFill xmlns:a="http://schemas.openxmlformats.org/drawingml/2006/main">
            <a:srgbClr val="C9D1FF"/>
          </a:solidFill>
          <a:ln xmlns:a="http://schemas.openxmlformats.org/drawingml/2006/main" w="9525">
            <a:solidFill>
              <a:srgbClr val="C8C7BF"/>
            </a:solidFill>
            <a:prstDash val="solid"/>
          </a:ln>
        </p:spPr>
      </p:sp>
      <p:sp>
        <p:nvSpPr>
          <p:cNvPr id="24" name="">
            <a:extLst xmlns:a="http://schemas.openxmlformats.org/drawingml/2006/main">
              <a:ext uri="{FF2B5EF4-FFF2-40B4-BE49-F238E27FC236}">
                <a16:creationId xmlns:a16="http://schemas.microsoft.com/office/drawing/2014/main" id="{9A8AC083-02B6-499A-A8B2-0A28BE671EF1}"/>
              </a:ext>
            </a:extLst>
          </p:cNvPr>
          <p:cNvSpPr>
            <a:spLocks xmlns:a="http://schemas.openxmlformats.org/drawingml/2006/main" noGrp="1"/>
          </p:cNvSpPr>
          <p:nvPr/>
        </p:nvSpPr>
        <p:spPr>
          <a:xfrm xmlns:a="http://schemas.openxmlformats.org/drawingml/2006/main">
            <a:off x="5905500" y="2362200"/>
            <a:ext cx="666750" cy="266700"/>
          </a:xfrm>
          <a:prstGeom xmlns:a="http://schemas.openxmlformats.org/drawingml/2006/main" prst="roundRect">
            <a:avLst>
              <a:gd name="adj" fmla="val 42857"/>
            </a:avLst>
          </a:prstGeom>
          <a:solidFill xmlns:a="http://schemas.openxmlformats.org/drawingml/2006/main">
            <a:srgbClr val="C9D1FF"/>
          </a:solidFill>
          <a:ln xmlns:a="http://schemas.openxmlformats.org/drawingml/2006/main" w="9525">
            <a:solidFill>
              <a:srgbClr val="C8C7BF"/>
            </a:solidFill>
            <a:prstDash val="solid"/>
          </a:ln>
        </p:spPr>
      </p:sp>
      <p:sp>
        <p:nvSpPr>
          <p:cNvPr id="25" name="">
            <a:extLst xmlns:a="http://schemas.openxmlformats.org/drawingml/2006/main">
              <a:ext uri="{FF2B5EF4-FFF2-40B4-BE49-F238E27FC236}">
                <a16:creationId xmlns:a16="http://schemas.microsoft.com/office/drawing/2014/main" id="{23A06761-04A1-4EBF-A9A4-B3E1C0514A40}"/>
              </a:ext>
            </a:extLst>
          </p:cNvPr>
          <p:cNvSpPr>
            <a:spLocks xmlns:a="http://schemas.openxmlformats.org/drawingml/2006/main" noGrp="1"/>
          </p:cNvSpPr>
          <p:nvPr/>
        </p:nvSpPr>
        <p:spPr>
          <a:xfrm xmlns:a="http://schemas.openxmlformats.org/drawingml/2006/main">
            <a:off x="6629400" y="2362200"/>
            <a:ext cx="666750" cy="266700"/>
          </a:xfrm>
          <a:prstGeom xmlns:a="http://schemas.openxmlformats.org/drawingml/2006/main" prst="roundRect">
            <a:avLst>
              <a:gd name="adj" fmla="val 42857"/>
            </a:avLst>
          </a:prstGeom>
          <a:solidFill xmlns:a="http://schemas.openxmlformats.org/drawingml/2006/main">
            <a:srgbClr val="C9D1FF"/>
          </a:solidFill>
          <a:ln xmlns:a="http://schemas.openxmlformats.org/drawingml/2006/main" w="9525">
            <a:solidFill>
              <a:srgbClr val="C8C7BF"/>
            </a:solidFill>
            <a:prstDash val="solid"/>
          </a:ln>
        </p:spPr>
      </p:sp>
      <p:sp>
        <p:nvSpPr>
          <p:cNvPr id="26" name="">
            <a:extLst xmlns:a="http://schemas.openxmlformats.org/drawingml/2006/main">
              <a:ext uri="{FF2B5EF4-FFF2-40B4-BE49-F238E27FC236}">
                <a16:creationId xmlns:a16="http://schemas.microsoft.com/office/drawing/2014/main" id="{8CB4EA96-067A-4A5A-88B9-B218ECC3A6C3}"/>
              </a:ext>
            </a:extLst>
          </p:cNvPr>
          <p:cNvSpPr>
            <a:spLocks xmlns:a="http://schemas.openxmlformats.org/drawingml/2006/main" noGrp="1"/>
          </p:cNvSpPr>
          <p:nvPr/>
        </p:nvSpPr>
        <p:spPr>
          <a:xfrm xmlns:a="http://schemas.openxmlformats.org/drawingml/2006/main">
            <a:off x="7353300" y="2362200"/>
            <a:ext cx="666750" cy="266700"/>
          </a:xfrm>
          <a:prstGeom xmlns:a="http://schemas.openxmlformats.org/drawingml/2006/main" prst="roundRect">
            <a:avLst>
              <a:gd name="adj" fmla="val 42857"/>
            </a:avLst>
          </a:prstGeom>
          <a:solidFill xmlns:a="http://schemas.openxmlformats.org/drawingml/2006/main">
            <a:srgbClr val="D8FF4E"/>
          </a:solidFill>
          <a:ln xmlns:a="http://schemas.openxmlformats.org/drawingml/2006/main" w="9525">
            <a:solidFill>
              <a:srgbClr val="C8C7BF"/>
            </a:solidFill>
            <a:prstDash val="solid"/>
          </a:ln>
        </p:spPr>
      </p:sp>
      <p:sp>
        <p:nvSpPr>
          <p:cNvPr id="27" name="">
            <a:extLst xmlns:a="http://schemas.openxmlformats.org/drawingml/2006/main">
              <a:ext uri="{FF2B5EF4-FFF2-40B4-BE49-F238E27FC236}">
                <a16:creationId xmlns:a16="http://schemas.microsoft.com/office/drawing/2014/main" id="{0B1C1B6C-6D3B-4A13-A21F-F208E4A1140B}"/>
              </a:ext>
            </a:extLst>
          </p:cNvPr>
          <p:cNvSpPr>
            <a:spLocks xmlns:a="http://schemas.openxmlformats.org/drawingml/2006/main" noGrp="1"/>
          </p:cNvSpPr>
          <p:nvPr/>
        </p:nvSpPr>
        <p:spPr>
          <a:xfrm xmlns:a="http://schemas.openxmlformats.org/drawingml/2006/main">
            <a:off x="8077200" y="2362200"/>
            <a:ext cx="666750" cy="266700"/>
          </a:xfrm>
          <a:prstGeom xmlns:a="http://schemas.openxmlformats.org/drawingml/2006/main" prst="roundRect">
            <a:avLst>
              <a:gd name="adj" fmla="val 42857"/>
            </a:avLst>
          </a:prstGeom>
          <a:solidFill xmlns:a="http://schemas.openxmlformats.org/drawingml/2006/main">
            <a:srgbClr val="D8FF4E"/>
          </a:solidFill>
          <a:ln xmlns:a="http://schemas.openxmlformats.org/drawingml/2006/main" w="9525">
            <a:solidFill>
              <a:srgbClr val="C8C7BF"/>
            </a:solidFill>
            <a:prstDash val="solid"/>
          </a:ln>
        </p:spPr>
      </p:sp>
      <p:sp>
        <p:nvSpPr>
          <p:cNvPr id="28" name="">
            <a:extLst xmlns:a="http://schemas.openxmlformats.org/drawingml/2006/main">
              <a:ext uri="{FF2B5EF4-FFF2-40B4-BE49-F238E27FC236}">
                <a16:creationId xmlns:a16="http://schemas.microsoft.com/office/drawing/2014/main" id="{E2FEB2E3-4346-48F1-88EE-BD6645B2811B}"/>
              </a:ext>
            </a:extLst>
          </p:cNvPr>
          <p:cNvSpPr>
            <a:spLocks xmlns:a="http://schemas.openxmlformats.org/drawingml/2006/main" noGrp="1"/>
          </p:cNvSpPr>
          <p:nvPr/>
        </p:nvSpPr>
        <p:spPr>
          <a:xfrm xmlns:a="http://schemas.openxmlformats.org/drawingml/2006/main">
            <a:off x="8801100" y="2362200"/>
            <a:ext cx="666750" cy="266700"/>
          </a:xfrm>
          <a:prstGeom xmlns:a="http://schemas.openxmlformats.org/drawingml/2006/main" prst="roundRect">
            <a:avLst>
              <a:gd name="adj" fmla="val 42857"/>
            </a:avLst>
          </a:prstGeom>
          <a:solidFill xmlns:a="http://schemas.openxmlformats.org/drawingml/2006/main">
            <a:srgbClr val="D8FF4E"/>
          </a:solidFill>
          <a:ln xmlns:a="http://schemas.openxmlformats.org/drawingml/2006/main" w="9525">
            <a:solidFill>
              <a:srgbClr val="C8C7BF"/>
            </a:solidFill>
            <a:prstDash val="solid"/>
          </a:ln>
        </p:spPr>
      </p:sp>
      <p:sp>
        <p:nvSpPr>
          <p:cNvPr id="29" name="">
            <a:extLst xmlns:a="http://schemas.openxmlformats.org/drawingml/2006/main">
              <a:ext uri="{FF2B5EF4-FFF2-40B4-BE49-F238E27FC236}">
                <a16:creationId xmlns:a16="http://schemas.microsoft.com/office/drawing/2014/main" id="{34595F00-E096-4C43-AE4F-AD2A75D1D652}"/>
              </a:ext>
            </a:extLst>
          </p:cNvPr>
          <p:cNvSpPr>
            <a:spLocks xmlns:a="http://schemas.openxmlformats.org/drawingml/2006/main" noGrp="1"/>
          </p:cNvSpPr>
          <p:nvPr/>
        </p:nvSpPr>
        <p:spPr>
          <a:xfrm xmlns:a="http://schemas.openxmlformats.org/drawingml/2006/main">
            <a:off x="4038600" y="2771775"/>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676A64"/>
                </a:solidFill>
                <a:latin typeface="Courier New"/>
                <a:ea typeface="Courier New"/>
                <a:cs typeface="Courier New"/>
              </a:defRPr>
            </a:pPr>
            <a:r>
              <a:rPr sz="900" b="1">
                <a:solidFill>
                  <a:srgbClr val="676A64"/>
                </a:solidFill>
                <a:latin typeface="Courier New"/>
                <a:ea typeface="Courier New"/>
                <a:cs typeface="Courier New"/>
              </a:rPr>
              <a:t>R2</a:t>
            </a:r>
          </a:p>
        </p:txBody>
      </p:sp>
      <p:sp>
        <p:nvSpPr>
          <p:cNvPr id="30" name="">
            <a:extLst xmlns:a="http://schemas.openxmlformats.org/drawingml/2006/main">
              <a:ext uri="{FF2B5EF4-FFF2-40B4-BE49-F238E27FC236}">
                <a16:creationId xmlns:a16="http://schemas.microsoft.com/office/drawing/2014/main" id="{0DC65DCE-2C3D-493C-BBF3-39B7D9C065F5}"/>
              </a:ext>
            </a:extLst>
          </p:cNvPr>
          <p:cNvSpPr>
            <a:spLocks xmlns:a="http://schemas.openxmlformats.org/drawingml/2006/main" noGrp="1"/>
          </p:cNvSpPr>
          <p:nvPr/>
        </p:nvSpPr>
        <p:spPr>
          <a:xfrm xmlns:a="http://schemas.openxmlformats.org/drawingml/2006/main">
            <a:off x="4457700" y="2686050"/>
            <a:ext cx="666750" cy="266700"/>
          </a:xfrm>
          <a:prstGeom xmlns:a="http://schemas.openxmlformats.org/drawingml/2006/main" prst="roundRect">
            <a:avLst>
              <a:gd name="adj" fmla="val 42857"/>
            </a:avLst>
          </a:prstGeom>
          <a:solidFill xmlns:a="http://schemas.openxmlformats.org/drawingml/2006/main">
            <a:srgbClr val="C9D1FF"/>
          </a:solidFill>
          <a:ln xmlns:a="http://schemas.openxmlformats.org/drawingml/2006/main" w="9525">
            <a:solidFill>
              <a:srgbClr val="C8C7BF"/>
            </a:solidFill>
            <a:prstDash val="solid"/>
          </a:ln>
        </p:spPr>
      </p:sp>
      <p:sp>
        <p:nvSpPr>
          <p:cNvPr id="31" name="">
            <a:extLst xmlns:a="http://schemas.openxmlformats.org/drawingml/2006/main">
              <a:ext uri="{FF2B5EF4-FFF2-40B4-BE49-F238E27FC236}">
                <a16:creationId xmlns:a16="http://schemas.microsoft.com/office/drawing/2014/main" id="{8F0F6B86-E57B-4474-87E3-10209DB7AEB2}"/>
              </a:ext>
            </a:extLst>
          </p:cNvPr>
          <p:cNvSpPr>
            <a:spLocks xmlns:a="http://schemas.openxmlformats.org/drawingml/2006/main" noGrp="1"/>
          </p:cNvSpPr>
          <p:nvPr/>
        </p:nvSpPr>
        <p:spPr>
          <a:xfrm xmlns:a="http://schemas.openxmlformats.org/drawingml/2006/main">
            <a:off x="5181600" y="2686050"/>
            <a:ext cx="666750" cy="266700"/>
          </a:xfrm>
          <a:prstGeom xmlns:a="http://schemas.openxmlformats.org/drawingml/2006/main" prst="roundRect">
            <a:avLst>
              <a:gd name="adj" fmla="val 42857"/>
            </a:avLst>
          </a:prstGeom>
          <a:solidFill xmlns:a="http://schemas.openxmlformats.org/drawingml/2006/main">
            <a:srgbClr val="C9D1FF"/>
          </a:solidFill>
          <a:ln xmlns:a="http://schemas.openxmlformats.org/drawingml/2006/main" w="9525">
            <a:solidFill>
              <a:srgbClr val="C8C7BF"/>
            </a:solidFill>
            <a:prstDash val="solid"/>
          </a:ln>
        </p:spPr>
      </p:sp>
      <p:sp>
        <p:nvSpPr>
          <p:cNvPr id="32" name="">
            <a:extLst xmlns:a="http://schemas.openxmlformats.org/drawingml/2006/main">
              <a:ext uri="{FF2B5EF4-FFF2-40B4-BE49-F238E27FC236}">
                <a16:creationId xmlns:a16="http://schemas.microsoft.com/office/drawing/2014/main" id="{F81A9BCF-3FC6-4504-A9C7-CD572520FE59}"/>
              </a:ext>
            </a:extLst>
          </p:cNvPr>
          <p:cNvSpPr>
            <a:spLocks xmlns:a="http://schemas.openxmlformats.org/drawingml/2006/main" noGrp="1"/>
          </p:cNvSpPr>
          <p:nvPr/>
        </p:nvSpPr>
        <p:spPr>
          <a:xfrm xmlns:a="http://schemas.openxmlformats.org/drawingml/2006/main">
            <a:off x="5905500" y="2686050"/>
            <a:ext cx="666750" cy="266700"/>
          </a:xfrm>
          <a:prstGeom xmlns:a="http://schemas.openxmlformats.org/drawingml/2006/main" prst="roundRect">
            <a:avLst>
              <a:gd name="adj" fmla="val 42857"/>
            </a:avLst>
          </a:prstGeom>
          <a:solidFill xmlns:a="http://schemas.openxmlformats.org/drawingml/2006/main">
            <a:srgbClr val="C9D1FF"/>
          </a:solidFill>
          <a:ln xmlns:a="http://schemas.openxmlformats.org/drawingml/2006/main" w="9525">
            <a:solidFill>
              <a:srgbClr val="C8C7BF"/>
            </a:solidFill>
            <a:prstDash val="solid"/>
          </a:ln>
        </p:spPr>
      </p:sp>
      <p:sp>
        <p:nvSpPr>
          <p:cNvPr id="33" name="">
            <a:extLst xmlns:a="http://schemas.openxmlformats.org/drawingml/2006/main">
              <a:ext uri="{FF2B5EF4-FFF2-40B4-BE49-F238E27FC236}">
                <a16:creationId xmlns:a16="http://schemas.microsoft.com/office/drawing/2014/main" id="{7929DB71-31F0-4913-836D-A3C0841616BC}"/>
              </a:ext>
            </a:extLst>
          </p:cNvPr>
          <p:cNvSpPr>
            <a:spLocks xmlns:a="http://schemas.openxmlformats.org/drawingml/2006/main" noGrp="1"/>
          </p:cNvSpPr>
          <p:nvPr/>
        </p:nvSpPr>
        <p:spPr>
          <a:xfrm xmlns:a="http://schemas.openxmlformats.org/drawingml/2006/main">
            <a:off x="6629400" y="2686050"/>
            <a:ext cx="666750" cy="266700"/>
          </a:xfrm>
          <a:prstGeom xmlns:a="http://schemas.openxmlformats.org/drawingml/2006/main" prst="roundRect">
            <a:avLst>
              <a:gd name="adj" fmla="val 42857"/>
            </a:avLst>
          </a:prstGeom>
          <a:solidFill xmlns:a="http://schemas.openxmlformats.org/drawingml/2006/main">
            <a:srgbClr val="C9D1FF"/>
          </a:solidFill>
          <a:ln xmlns:a="http://schemas.openxmlformats.org/drawingml/2006/main" w="9525">
            <a:solidFill>
              <a:srgbClr val="C8C7BF"/>
            </a:solidFill>
            <a:prstDash val="solid"/>
          </a:ln>
        </p:spPr>
      </p:sp>
      <p:sp>
        <p:nvSpPr>
          <p:cNvPr id="34" name="">
            <a:extLst xmlns:a="http://schemas.openxmlformats.org/drawingml/2006/main">
              <a:ext uri="{FF2B5EF4-FFF2-40B4-BE49-F238E27FC236}">
                <a16:creationId xmlns:a16="http://schemas.microsoft.com/office/drawing/2014/main" id="{3F6A2436-0E37-40CD-A52E-667C5CFD9D91}"/>
              </a:ext>
            </a:extLst>
          </p:cNvPr>
          <p:cNvSpPr>
            <a:spLocks xmlns:a="http://schemas.openxmlformats.org/drawingml/2006/main" noGrp="1"/>
          </p:cNvSpPr>
          <p:nvPr/>
        </p:nvSpPr>
        <p:spPr>
          <a:xfrm xmlns:a="http://schemas.openxmlformats.org/drawingml/2006/main">
            <a:off x="7353300" y="2686050"/>
            <a:ext cx="666750" cy="266700"/>
          </a:xfrm>
          <a:prstGeom xmlns:a="http://schemas.openxmlformats.org/drawingml/2006/main" prst="roundRect">
            <a:avLst>
              <a:gd name="adj" fmla="val 42857"/>
            </a:avLst>
          </a:prstGeom>
          <a:solidFill xmlns:a="http://schemas.openxmlformats.org/drawingml/2006/main">
            <a:srgbClr val="D8FF4E"/>
          </a:solidFill>
          <a:ln xmlns:a="http://schemas.openxmlformats.org/drawingml/2006/main" w="9525">
            <a:solidFill>
              <a:srgbClr val="C8C7BF"/>
            </a:solidFill>
            <a:prstDash val="solid"/>
          </a:ln>
        </p:spPr>
      </p:sp>
      <p:sp>
        <p:nvSpPr>
          <p:cNvPr id="35" name="">
            <a:extLst xmlns:a="http://schemas.openxmlformats.org/drawingml/2006/main">
              <a:ext uri="{FF2B5EF4-FFF2-40B4-BE49-F238E27FC236}">
                <a16:creationId xmlns:a16="http://schemas.microsoft.com/office/drawing/2014/main" id="{371D40F9-229C-4049-B6C2-0579EC36051C}"/>
              </a:ext>
            </a:extLst>
          </p:cNvPr>
          <p:cNvSpPr>
            <a:spLocks xmlns:a="http://schemas.openxmlformats.org/drawingml/2006/main" noGrp="1"/>
          </p:cNvSpPr>
          <p:nvPr/>
        </p:nvSpPr>
        <p:spPr>
          <a:xfrm xmlns:a="http://schemas.openxmlformats.org/drawingml/2006/main">
            <a:off x="8077200" y="2686050"/>
            <a:ext cx="666750" cy="266700"/>
          </a:xfrm>
          <a:prstGeom xmlns:a="http://schemas.openxmlformats.org/drawingml/2006/main" prst="roundRect">
            <a:avLst>
              <a:gd name="adj" fmla="val 42857"/>
            </a:avLst>
          </a:prstGeom>
          <a:solidFill xmlns:a="http://schemas.openxmlformats.org/drawingml/2006/main">
            <a:srgbClr val="D8FF4E"/>
          </a:solidFill>
          <a:ln xmlns:a="http://schemas.openxmlformats.org/drawingml/2006/main" w="9525">
            <a:solidFill>
              <a:srgbClr val="C8C7BF"/>
            </a:solidFill>
            <a:prstDash val="solid"/>
          </a:ln>
        </p:spPr>
      </p:sp>
      <p:sp>
        <p:nvSpPr>
          <p:cNvPr id="36" name="">
            <a:extLst xmlns:a="http://schemas.openxmlformats.org/drawingml/2006/main">
              <a:ext uri="{FF2B5EF4-FFF2-40B4-BE49-F238E27FC236}">
                <a16:creationId xmlns:a16="http://schemas.microsoft.com/office/drawing/2014/main" id="{51CF8DB5-76E0-4398-9764-B5E4D55E15EC}"/>
              </a:ext>
            </a:extLst>
          </p:cNvPr>
          <p:cNvSpPr>
            <a:spLocks xmlns:a="http://schemas.openxmlformats.org/drawingml/2006/main" noGrp="1"/>
          </p:cNvSpPr>
          <p:nvPr/>
        </p:nvSpPr>
        <p:spPr>
          <a:xfrm xmlns:a="http://schemas.openxmlformats.org/drawingml/2006/main">
            <a:off x="8801100" y="2686050"/>
            <a:ext cx="666750" cy="266700"/>
          </a:xfrm>
          <a:prstGeom xmlns:a="http://schemas.openxmlformats.org/drawingml/2006/main" prst="roundRect">
            <a:avLst>
              <a:gd name="adj" fmla="val 42857"/>
            </a:avLst>
          </a:prstGeom>
          <a:solidFill xmlns:a="http://schemas.openxmlformats.org/drawingml/2006/main">
            <a:srgbClr val="D8FF4E"/>
          </a:solidFill>
          <a:ln xmlns:a="http://schemas.openxmlformats.org/drawingml/2006/main" w="9525">
            <a:solidFill>
              <a:srgbClr val="C8C7BF"/>
            </a:solidFill>
            <a:prstDash val="solid"/>
          </a:ln>
        </p:spPr>
      </p:sp>
      <p:sp>
        <p:nvSpPr>
          <p:cNvPr id="37" name="">
            <a:extLst xmlns:a="http://schemas.openxmlformats.org/drawingml/2006/main">
              <a:ext uri="{FF2B5EF4-FFF2-40B4-BE49-F238E27FC236}">
                <a16:creationId xmlns:a16="http://schemas.microsoft.com/office/drawing/2014/main" id="{D65D4A05-A868-4516-BE99-79F0DC5A7F65}"/>
              </a:ext>
            </a:extLst>
          </p:cNvPr>
          <p:cNvSpPr>
            <a:spLocks xmlns:a="http://schemas.openxmlformats.org/drawingml/2006/main" noGrp="1"/>
          </p:cNvSpPr>
          <p:nvPr/>
        </p:nvSpPr>
        <p:spPr>
          <a:xfrm xmlns:a="http://schemas.openxmlformats.org/drawingml/2006/main">
            <a:off x="4038600" y="3095625"/>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676A64"/>
                </a:solidFill>
                <a:latin typeface="Courier New"/>
                <a:ea typeface="Courier New"/>
                <a:cs typeface="Courier New"/>
              </a:defRPr>
            </a:pPr>
            <a:r>
              <a:rPr sz="900" b="1">
                <a:solidFill>
                  <a:srgbClr val="676A64"/>
                </a:solidFill>
                <a:latin typeface="Courier New"/>
                <a:ea typeface="Courier New"/>
                <a:cs typeface="Courier New"/>
              </a:rPr>
              <a:t>R3</a:t>
            </a:r>
          </a:p>
        </p:txBody>
      </p:sp>
      <p:sp>
        <p:nvSpPr>
          <p:cNvPr id="38" name="">
            <a:extLst xmlns:a="http://schemas.openxmlformats.org/drawingml/2006/main">
              <a:ext uri="{FF2B5EF4-FFF2-40B4-BE49-F238E27FC236}">
                <a16:creationId xmlns:a16="http://schemas.microsoft.com/office/drawing/2014/main" id="{C4573C45-B6D0-4516-BE9A-43991B562178}"/>
              </a:ext>
            </a:extLst>
          </p:cNvPr>
          <p:cNvSpPr>
            <a:spLocks xmlns:a="http://schemas.openxmlformats.org/drawingml/2006/main" noGrp="1"/>
          </p:cNvSpPr>
          <p:nvPr/>
        </p:nvSpPr>
        <p:spPr>
          <a:xfrm xmlns:a="http://schemas.openxmlformats.org/drawingml/2006/main">
            <a:off x="4457700" y="3009900"/>
            <a:ext cx="666750" cy="266700"/>
          </a:xfrm>
          <a:prstGeom xmlns:a="http://schemas.openxmlformats.org/drawingml/2006/main" prst="roundRect">
            <a:avLst>
              <a:gd name="adj" fmla="val 42857"/>
            </a:avLst>
          </a:prstGeom>
          <a:solidFill xmlns:a="http://schemas.openxmlformats.org/drawingml/2006/main">
            <a:srgbClr val="C9D1FF"/>
          </a:solidFill>
          <a:ln xmlns:a="http://schemas.openxmlformats.org/drawingml/2006/main" w="9525">
            <a:solidFill>
              <a:srgbClr val="C8C7BF"/>
            </a:solidFill>
            <a:prstDash val="solid"/>
          </a:ln>
        </p:spPr>
      </p:sp>
      <p:sp>
        <p:nvSpPr>
          <p:cNvPr id="39" name="">
            <a:extLst xmlns:a="http://schemas.openxmlformats.org/drawingml/2006/main">
              <a:ext uri="{FF2B5EF4-FFF2-40B4-BE49-F238E27FC236}">
                <a16:creationId xmlns:a16="http://schemas.microsoft.com/office/drawing/2014/main" id="{F8DF194C-2C4E-4909-9F52-2F09D8A59FFC}"/>
              </a:ext>
            </a:extLst>
          </p:cNvPr>
          <p:cNvSpPr>
            <a:spLocks xmlns:a="http://schemas.openxmlformats.org/drawingml/2006/main" noGrp="1"/>
          </p:cNvSpPr>
          <p:nvPr/>
        </p:nvSpPr>
        <p:spPr>
          <a:xfrm xmlns:a="http://schemas.openxmlformats.org/drawingml/2006/main">
            <a:off x="5181600" y="3009900"/>
            <a:ext cx="666750" cy="266700"/>
          </a:xfrm>
          <a:prstGeom xmlns:a="http://schemas.openxmlformats.org/drawingml/2006/main" prst="roundRect">
            <a:avLst>
              <a:gd name="adj" fmla="val 42857"/>
            </a:avLst>
          </a:prstGeom>
          <a:solidFill xmlns:a="http://schemas.openxmlformats.org/drawingml/2006/main">
            <a:srgbClr val="C9D1FF"/>
          </a:solidFill>
          <a:ln xmlns:a="http://schemas.openxmlformats.org/drawingml/2006/main" w="9525">
            <a:solidFill>
              <a:srgbClr val="C8C7BF"/>
            </a:solidFill>
            <a:prstDash val="solid"/>
          </a:ln>
        </p:spPr>
      </p:sp>
      <p:sp>
        <p:nvSpPr>
          <p:cNvPr id="40" name="">
            <a:extLst xmlns:a="http://schemas.openxmlformats.org/drawingml/2006/main">
              <a:ext uri="{FF2B5EF4-FFF2-40B4-BE49-F238E27FC236}">
                <a16:creationId xmlns:a16="http://schemas.microsoft.com/office/drawing/2014/main" id="{33D3C6FC-CC91-49EE-B671-97998F9209B2}"/>
              </a:ext>
            </a:extLst>
          </p:cNvPr>
          <p:cNvSpPr>
            <a:spLocks xmlns:a="http://schemas.openxmlformats.org/drawingml/2006/main" noGrp="1"/>
          </p:cNvSpPr>
          <p:nvPr/>
        </p:nvSpPr>
        <p:spPr>
          <a:xfrm xmlns:a="http://schemas.openxmlformats.org/drawingml/2006/main">
            <a:off x="5905500" y="3009900"/>
            <a:ext cx="666750" cy="266700"/>
          </a:xfrm>
          <a:prstGeom xmlns:a="http://schemas.openxmlformats.org/drawingml/2006/main" prst="roundRect">
            <a:avLst>
              <a:gd name="adj" fmla="val 42857"/>
            </a:avLst>
          </a:prstGeom>
          <a:solidFill xmlns:a="http://schemas.openxmlformats.org/drawingml/2006/main">
            <a:srgbClr val="C9D1FF"/>
          </a:solidFill>
          <a:ln xmlns:a="http://schemas.openxmlformats.org/drawingml/2006/main" w="9525">
            <a:solidFill>
              <a:srgbClr val="C8C7BF"/>
            </a:solidFill>
            <a:prstDash val="solid"/>
          </a:ln>
        </p:spPr>
      </p:sp>
      <p:sp>
        <p:nvSpPr>
          <p:cNvPr id="41" name="">
            <a:extLst xmlns:a="http://schemas.openxmlformats.org/drawingml/2006/main">
              <a:ext uri="{FF2B5EF4-FFF2-40B4-BE49-F238E27FC236}">
                <a16:creationId xmlns:a16="http://schemas.microsoft.com/office/drawing/2014/main" id="{97B6D6FE-BD0F-4263-BF3C-280A71507D7F}"/>
              </a:ext>
            </a:extLst>
          </p:cNvPr>
          <p:cNvSpPr>
            <a:spLocks xmlns:a="http://schemas.openxmlformats.org/drawingml/2006/main" noGrp="1"/>
          </p:cNvSpPr>
          <p:nvPr/>
        </p:nvSpPr>
        <p:spPr>
          <a:xfrm xmlns:a="http://schemas.openxmlformats.org/drawingml/2006/main">
            <a:off x="6629400" y="3009900"/>
            <a:ext cx="666750" cy="266700"/>
          </a:xfrm>
          <a:prstGeom xmlns:a="http://schemas.openxmlformats.org/drawingml/2006/main" prst="roundRect">
            <a:avLst>
              <a:gd name="adj" fmla="val 42857"/>
            </a:avLst>
          </a:prstGeom>
          <a:solidFill xmlns:a="http://schemas.openxmlformats.org/drawingml/2006/main">
            <a:srgbClr val="C9D1FF"/>
          </a:solidFill>
          <a:ln xmlns:a="http://schemas.openxmlformats.org/drawingml/2006/main" w="9525">
            <a:solidFill>
              <a:srgbClr val="C8C7BF"/>
            </a:solidFill>
            <a:prstDash val="solid"/>
          </a:ln>
        </p:spPr>
      </p:sp>
      <p:sp>
        <p:nvSpPr>
          <p:cNvPr id="42" name="">
            <a:extLst xmlns:a="http://schemas.openxmlformats.org/drawingml/2006/main">
              <a:ext uri="{FF2B5EF4-FFF2-40B4-BE49-F238E27FC236}">
                <a16:creationId xmlns:a16="http://schemas.microsoft.com/office/drawing/2014/main" id="{445C125A-0E22-4FDA-B955-7069A58AE9D0}"/>
              </a:ext>
            </a:extLst>
          </p:cNvPr>
          <p:cNvSpPr>
            <a:spLocks xmlns:a="http://schemas.openxmlformats.org/drawingml/2006/main" noGrp="1"/>
          </p:cNvSpPr>
          <p:nvPr/>
        </p:nvSpPr>
        <p:spPr>
          <a:xfrm xmlns:a="http://schemas.openxmlformats.org/drawingml/2006/main">
            <a:off x="7353300" y="3009900"/>
            <a:ext cx="666750" cy="266700"/>
          </a:xfrm>
          <a:prstGeom xmlns:a="http://schemas.openxmlformats.org/drawingml/2006/main" prst="roundRect">
            <a:avLst>
              <a:gd name="adj" fmla="val 42857"/>
            </a:avLst>
          </a:prstGeom>
          <a:solidFill xmlns:a="http://schemas.openxmlformats.org/drawingml/2006/main">
            <a:srgbClr val="D8FF4E"/>
          </a:solidFill>
          <a:ln xmlns:a="http://schemas.openxmlformats.org/drawingml/2006/main" w="9525">
            <a:solidFill>
              <a:srgbClr val="C8C7BF"/>
            </a:solidFill>
            <a:prstDash val="solid"/>
          </a:ln>
        </p:spPr>
      </p:sp>
      <p:sp>
        <p:nvSpPr>
          <p:cNvPr id="43" name="">
            <a:extLst xmlns:a="http://schemas.openxmlformats.org/drawingml/2006/main">
              <a:ext uri="{FF2B5EF4-FFF2-40B4-BE49-F238E27FC236}">
                <a16:creationId xmlns:a16="http://schemas.microsoft.com/office/drawing/2014/main" id="{BC288F00-66CA-43AF-92B4-681983797FED}"/>
              </a:ext>
            </a:extLst>
          </p:cNvPr>
          <p:cNvSpPr>
            <a:spLocks xmlns:a="http://schemas.openxmlformats.org/drawingml/2006/main" noGrp="1"/>
          </p:cNvSpPr>
          <p:nvPr/>
        </p:nvSpPr>
        <p:spPr>
          <a:xfrm xmlns:a="http://schemas.openxmlformats.org/drawingml/2006/main">
            <a:off x="8077200" y="3009900"/>
            <a:ext cx="666750" cy="266700"/>
          </a:xfrm>
          <a:prstGeom xmlns:a="http://schemas.openxmlformats.org/drawingml/2006/main" prst="roundRect">
            <a:avLst>
              <a:gd name="adj" fmla="val 42857"/>
            </a:avLst>
          </a:prstGeom>
          <a:solidFill xmlns:a="http://schemas.openxmlformats.org/drawingml/2006/main">
            <a:srgbClr val="D8FF4E"/>
          </a:solidFill>
          <a:ln xmlns:a="http://schemas.openxmlformats.org/drawingml/2006/main" w="9525">
            <a:solidFill>
              <a:srgbClr val="C8C7BF"/>
            </a:solidFill>
            <a:prstDash val="solid"/>
          </a:ln>
        </p:spPr>
      </p:sp>
      <p:sp>
        <p:nvSpPr>
          <p:cNvPr id="44" name="">
            <a:extLst xmlns:a="http://schemas.openxmlformats.org/drawingml/2006/main">
              <a:ext uri="{FF2B5EF4-FFF2-40B4-BE49-F238E27FC236}">
                <a16:creationId xmlns:a16="http://schemas.microsoft.com/office/drawing/2014/main" id="{9F5A151B-4111-44C5-B3B7-810705112E76}"/>
              </a:ext>
            </a:extLst>
          </p:cNvPr>
          <p:cNvSpPr>
            <a:spLocks xmlns:a="http://schemas.openxmlformats.org/drawingml/2006/main" noGrp="1"/>
          </p:cNvSpPr>
          <p:nvPr/>
        </p:nvSpPr>
        <p:spPr>
          <a:xfrm xmlns:a="http://schemas.openxmlformats.org/drawingml/2006/main">
            <a:off x="8801100" y="3009900"/>
            <a:ext cx="666750" cy="266700"/>
          </a:xfrm>
          <a:prstGeom xmlns:a="http://schemas.openxmlformats.org/drawingml/2006/main" prst="roundRect">
            <a:avLst>
              <a:gd name="adj" fmla="val 42857"/>
            </a:avLst>
          </a:prstGeom>
          <a:solidFill xmlns:a="http://schemas.openxmlformats.org/drawingml/2006/main">
            <a:srgbClr val="D8FF4E"/>
          </a:solidFill>
          <a:ln xmlns:a="http://schemas.openxmlformats.org/drawingml/2006/main" w="9525">
            <a:solidFill>
              <a:srgbClr val="C8C7BF"/>
            </a:solidFill>
            <a:prstDash val="solid"/>
          </a:ln>
        </p:spPr>
      </p:sp>
      <p:sp>
        <p:nvSpPr>
          <p:cNvPr id="45" name="">
            <a:extLst xmlns:a="http://schemas.openxmlformats.org/drawingml/2006/main">
              <a:ext uri="{FF2B5EF4-FFF2-40B4-BE49-F238E27FC236}">
                <a16:creationId xmlns:a16="http://schemas.microsoft.com/office/drawing/2014/main" id="{DBF93DE8-1FBB-46E8-9D8F-61739ADBD761}"/>
              </a:ext>
            </a:extLst>
          </p:cNvPr>
          <p:cNvSpPr>
            <a:spLocks xmlns:a="http://schemas.openxmlformats.org/drawingml/2006/main" noGrp="1"/>
          </p:cNvSpPr>
          <p:nvPr/>
        </p:nvSpPr>
        <p:spPr>
          <a:xfrm xmlns:a="http://schemas.openxmlformats.org/drawingml/2006/main">
            <a:off x="4038600" y="3419475"/>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676A64"/>
                </a:solidFill>
                <a:latin typeface="Courier New"/>
                <a:ea typeface="Courier New"/>
                <a:cs typeface="Courier New"/>
              </a:defRPr>
            </a:pPr>
            <a:r>
              <a:rPr sz="900" b="1">
                <a:solidFill>
                  <a:srgbClr val="676A64"/>
                </a:solidFill>
                <a:latin typeface="Courier New"/>
                <a:ea typeface="Courier New"/>
                <a:cs typeface="Courier New"/>
              </a:rPr>
              <a:t>R4</a:t>
            </a:r>
          </a:p>
        </p:txBody>
      </p:sp>
      <p:sp>
        <p:nvSpPr>
          <p:cNvPr id="46" name="">
            <a:extLst xmlns:a="http://schemas.openxmlformats.org/drawingml/2006/main">
              <a:ext uri="{FF2B5EF4-FFF2-40B4-BE49-F238E27FC236}">
                <a16:creationId xmlns:a16="http://schemas.microsoft.com/office/drawing/2014/main" id="{EF19FE35-9F08-43B6-B4FD-44289AE638B0}"/>
              </a:ext>
            </a:extLst>
          </p:cNvPr>
          <p:cNvSpPr>
            <a:spLocks xmlns:a="http://schemas.openxmlformats.org/drawingml/2006/main" noGrp="1"/>
          </p:cNvSpPr>
          <p:nvPr/>
        </p:nvSpPr>
        <p:spPr>
          <a:xfrm xmlns:a="http://schemas.openxmlformats.org/drawingml/2006/main">
            <a:off x="4457700" y="3333750"/>
            <a:ext cx="666750" cy="266700"/>
          </a:xfrm>
          <a:prstGeom xmlns:a="http://schemas.openxmlformats.org/drawingml/2006/main" prst="roundRect">
            <a:avLst>
              <a:gd name="adj" fmla="val 42857"/>
            </a:avLst>
          </a:prstGeom>
          <a:solidFill xmlns:a="http://schemas.openxmlformats.org/drawingml/2006/main">
            <a:srgbClr val="C9D1FF"/>
          </a:solidFill>
          <a:ln xmlns:a="http://schemas.openxmlformats.org/drawingml/2006/main" w="9525">
            <a:solidFill>
              <a:srgbClr val="C8C7BF"/>
            </a:solidFill>
            <a:prstDash val="solid"/>
          </a:ln>
        </p:spPr>
      </p:sp>
      <p:sp>
        <p:nvSpPr>
          <p:cNvPr id="47" name="">
            <a:extLst xmlns:a="http://schemas.openxmlformats.org/drawingml/2006/main">
              <a:ext uri="{FF2B5EF4-FFF2-40B4-BE49-F238E27FC236}">
                <a16:creationId xmlns:a16="http://schemas.microsoft.com/office/drawing/2014/main" id="{D7E8B844-5002-4AEA-96E1-A4AE2EF51480}"/>
              </a:ext>
            </a:extLst>
          </p:cNvPr>
          <p:cNvSpPr>
            <a:spLocks xmlns:a="http://schemas.openxmlformats.org/drawingml/2006/main" noGrp="1"/>
          </p:cNvSpPr>
          <p:nvPr/>
        </p:nvSpPr>
        <p:spPr>
          <a:xfrm xmlns:a="http://schemas.openxmlformats.org/drawingml/2006/main">
            <a:off x="5181600" y="3333750"/>
            <a:ext cx="666750" cy="266700"/>
          </a:xfrm>
          <a:prstGeom xmlns:a="http://schemas.openxmlformats.org/drawingml/2006/main" prst="roundRect">
            <a:avLst>
              <a:gd name="adj" fmla="val 42857"/>
            </a:avLst>
          </a:prstGeom>
          <a:solidFill xmlns:a="http://schemas.openxmlformats.org/drawingml/2006/main">
            <a:srgbClr val="C9D1FF"/>
          </a:solidFill>
          <a:ln xmlns:a="http://schemas.openxmlformats.org/drawingml/2006/main" w="9525">
            <a:solidFill>
              <a:srgbClr val="C8C7BF"/>
            </a:solidFill>
            <a:prstDash val="solid"/>
          </a:ln>
        </p:spPr>
      </p:sp>
      <p:sp>
        <p:nvSpPr>
          <p:cNvPr id="48" name="">
            <a:extLst xmlns:a="http://schemas.openxmlformats.org/drawingml/2006/main">
              <a:ext uri="{FF2B5EF4-FFF2-40B4-BE49-F238E27FC236}">
                <a16:creationId xmlns:a16="http://schemas.microsoft.com/office/drawing/2014/main" id="{7AD9326E-1587-451B-AAB6-AE70C4572E92}"/>
              </a:ext>
            </a:extLst>
          </p:cNvPr>
          <p:cNvSpPr>
            <a:spLocks xmlns:a="http://schemas.openxmlformats.org/drawingml/2006/main" noGrp="1"/>
          </p:cNvSpPr>
          <p:nvPr/>
        </p:nvSpPr>
        <p:spPr>
          <a:xfrm xmlns:a="http://schemas.openxmlformats.org/drawingml/2006/main">
            <a:off x="5905500" y="3333750"/>
            <a:ext cx="666750" cy="266700"/>
          </a:xfrm>
          <a:prstGeom xmlns:a="http://schemas.openxmlformats.org/drawingml/2006/main" prst="roundRect">
            <a:avLst>
              <a:gd name="adj" fmla="val 42857"/>
            </a:avLst>
          </a:prstGeom>
          <a:solidFill xmlns:a="http://schemas.openxmlformats.org/drawingml/2006/main">
            <a:srgbClr val="C9D1FF"/>
          </a:solidFill>
          <a:ln xmlns:a="http://schemas.openxmlformats.org/drawingml/2006/main" w="9525">
            <a:solidFill>
              <a:srgbClr val="C8C7BF"/>
            </a:solidFill>
            <a:prstDash val="solid"/>
          </a:ln>
        </p:spPr>
      </p:sp>
      <p:sp>
        <p:nvSpPr>
          <p:cNvPr id="49" name="">
            <a:extLst xmlns:a="http://schemas.openxmlformats.org/drawingml/2006/main">
              <a:ext uri="{FF2B5EF4-FFF2-40B4-BE49-F238E27FC236}">
                <a16:creationId xmlns:a16="http://schemas.microsoft.com/office/drawing/2014/main" id="{2E0A6B89-2EFC-45AD-85FE-FC6AF77C18DC}"/>
              </a:ext>
            </a:extLst>
          </p:cNvPr>
          <p:cNvSpPr>
            <a:spLocks xmlns:a="http://schemas.openxmlformats.org/drawingml/2006/main" noGrp="1"/>
          </p:cNvSpPr>
          <p:nvPr/>
        </p:nvSpPr>
        <p:spPr>
          <a:xfrm xmlns:a="http://schemas.openxmlformats.org/drawingml/2006/main">
            <a:off x="6629400" y="3333750"/>
            <a:ext cx="666750" cy="266700"/>
          </a:xfrm>
          <a:prstGeom xmlns:a="http://schemas.openxmlformats.org/drawingml/2006/main" prst="roundRect">
            <a:avLst>
              <a:gd name="adj" fmla="val 42857"/>
            </a:avLst>
          </a:prstGeom>
          <a:solidFill xmlns:a="http://schemas.openxmlformats.org/drawingml/2006/main">
            <a:srgbClr val="C9D1FF"/>
          </a:solidFill>
          <a:ln xmlns:a="http://schemas.openxmlformats.org/drawingml/2006/main" w="9525">
            <a:solidFill>
              <a:srgbClr val="C8C7BF"/>
            </a:solidFill>
            <a:prstDash val="solid"/>
          </a:ln>
        </p:spPr>
      </p:sp>
      <p:sp>
        <p:nvSpPr>
          <p:cNvPr id="50" name="">
            <a:extLst xmlns:a="http://schemas.openxmlformats.org/drawingml/2006/main">
              <a:ext uri="{FF2B5EF4-FFF2-40B4-BE49-F238E27FC236}">
                <a16:creationId xmlns:a16="http://schemas.microsoft.com/office/drawing/2014/main" id="{793110CF-4805-4019-B7CC-A14B1F3AAB00}"/>
              </a:ext>
            </a:extLst>
          </p:cNvPr>
          <p:cNvSpPr>
            <a:spLocks xmlns:a="http://schemas.openxmlformats.org/drawingml/2006/main" noGrp="1"/>
          </p:cNvSpPr>
          <p:nvPr/>
        </p:nvSpPr>
        <p:spPr>
          <a:xfrm xmlns:a="http://schemas.openxmlformats.org/drawingml/2006/main">
            <a:off x="7353300" y="3333750"/>
            <a:ext cx="666750" cy="266700"/>
          </a:xfrm>
          <a:prstGeom xmlns:a="http://schemas.openxmlformats.org/drawingml/2006/main" prst="roundRect">
            <a:avLst>
              <a:gd name="adj" fmla="val 42857"/>
            </a:avLst>
          </a:prstGeom>
          <a:solidFill xmlns:a="http://schemas.openxmlformats.org/drawingml/2006/main">
            <a:srgbClr val="D8FF4E"/>
          </a:solidFill>
          <a:ln xmlns:a="http://schemas.openxmlformats.org/drawingml/2006/main" w="9525">
            <a:solidFill>
              <a:srgbClr val="C8C7BF"/>
            </a:solidFill>
            <a:prstDash val="solid"/>
          </a:ln>
        </p:spPr>
      </p:sp>
      <p:sp>
        <p:nvSpPr>
          <p:cNvPr id="51" name="">
            <a:extLst xmlns:a="http://schemas.openxmlformats.org/drawingml/2006/main">
              <a:ext uri="{FF2B5EF4-FFF2-40B4-BE49-F238E27FC236}">
                <a16:creationId xmlns:a16="http://schemas.microsoft.com/office/drawing/2014/main" id="{D82204DB-5F3D-4E88-B775-E3F87FA6DF43}"/>
              </a:ext>
            </a:extLst>
          </p:cNvPr>
          <p:cNvSpPr>
            <a:spLocks xmlns:a="http://schemas.openxmlformats.org/drawingml/2006/main" noGrp="1"/>
          </p:cNvSpPr>
          <p:nvPr/>
        </p:nvSpPr>
        <p:spPr>
          <a:xfrm xmlns:a="http://schemas.openxmlformats.org/drawingml/2006/main">
            <a:off x="8077200" y="3333750"/>
            <a:ext cx="666750" cy="266700"/>
          </a:xfrm>
          <a:prstGeom xmlns:a="http://schemas.openxmlformats.org/drawingml/2006/main" prst="roundRect">
            <a:avLst>
              <a:gd name="adj" fmla="val 42857"/>
            </a:avLst>
          </a:prstGeom>
          <a:solidFill xmlns:a="http://schemas.openxmlformats.org/drawingml/2006/main">
            <a:srgbClr val="D8FF4E"/>
          </a:solidFill>
          <a:ln xmlns:a="http://schemas.openxmlformats.org/drawingml/2006/main" w="9525">
            <a:solidFill>
              <a:srgbClr val="C8C7BF"/>
            </a:solidFill>
            <a:prstDash val="solid"/>
          </a:ln>
        </p:spPr>
      </p:sp>
      <p:sp>
        <p:nvSpPr>
          <p:cNvPr id="52" name="">
            <a:extLst xmlns:a="http://schemas.openxmlformats.org/drawingml/2006/main">
              <a:ext uri="{FF2B5EF4-FFF2-40B4-BE49-F238E27FC236}">
                <a16:creationId xmlns:a16="http://schemas.microsoft.com/office/drawing/2014/main" id="{4E0D46C9-AFBD-42C7-94F9-2D0F39148128}"/>
              </a:ext>
            </a:extLst>
          </p:cNvPr>
          <p:cNvSpPr>
            <a:spLocks xmlns:a="http://schemas.openxmlformats.org/drawingml/2006/main" noGrp="1"/>
          </p:cNvSpPr>
          <p:nvPr/>
        </p:nvSpPr>
        <p:spPr>
          <a:xfrm xmlns:a="http://schemas.openxmlformats.org/drawingml/2006/main">
            <a:off x="8801100" y="3333750"/>
            <a:ext cx="666750" cy="266700"/>
          </a:xfrm>
          <a:prstGeom xmlns:a="http://schemas.openxmlformats.org/drawingml/2006/main" prst="roundRect">
            <a:avLst>
              <a:gd name="adj" fmla="val 42857"/>
            </a:avLst>
          </a:prstGeom>
          <a:solidFill xmlns:a="http://schemas.openxmlformats.org/drawingml/2006/main">
            <a:srgbClr val="D8FF4E"/>
          </a:solidFill>
          <a:ln xmlns:a="http://schemas.openxmlformats.org/drawingml/2006/main" w="9525">
            <a:solidFill>
              <a:srgbClr val="C8C7BF"/>
            </a:solidFill>
            <a:prstDash val="solid"/>
          </a:ln>
        </p:spPr>
      </p:sp>
      <p:sp>
        <p:nvSpPr>
          <p:cNvPr id="53" name="">
            <a:extLst xmlns:a="http://schemas.openxmlformats.org/drawingml/2006/main">
              <a:ext uri="{FF2B5EF4-FFF2-40B4-BE49-F238E27FC236}">
                <a16:creationId xmlns:a16="http://schemas.microsoft.com/office/drawing/2014/main" id="{A47C9E6E-A18C-41F6-82D7-FC9ACBE6BD45}"/>
              </a:ext>
            </a:extLst>
          </p:cNvPr>
          <p:cNvSpPr>
            <a:spLocks xmlns:a="http://schemas.openxmlformats.org/drawingml/2006/main" noGrp="1"/>
          </p:cNvSpPr>
          <p:nvPr/>
        </p:nvSpPr>
        <p:spPr>
          <a:xfrm xmlns:a="http://schemas.openxmlformats.org/drawingml/2006/main">
            <a:off x="4038600" y="3743325"/>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676A64"/>
                </a:solidFill>
                <a:latin typeface="Courier New"/>
                <a:ea typeface="Courier New"/>
                <a:cs typeface="Courier New"/>
              </a:defRPr>
            </a:pPr>
            <a:r>
              <a:rPr sz="900" b="1">
                <a:solidFill>
                  <a:srgbClr val="676A64"/>
                </a:solidFill>
                <a:latin typeface="Courier New"/>
                <a:ea typeface="Courier New"/>
                <a:cs typeface="Courier New"/>
              </a:rPr>
              <a:t>R5</a:t>
            </a:r>
          </a:p>
        </p:txBody>
      </p:sp>
      <p:sp>
        <p:nvSpPr>
          <p:cNvPr id="54" name="">
            <a:extLst xmlns:a="http://schemas.openxmlformats.org/drawingml/2006/main">
              <a:ext uri="{FF2B5EF4-FFF2-40B4-BE49-F238E27FC236}">
                <a16:creationId xmlns:a16="http://schemas.microsoft.com/office/drawing/2014/main" id="{30FAFECC-D44D-491B-B802-679A236BA636}"/>
              </a:ext>
            </a:extLst>
          </p:cNvPr>
          <p:cNvSpPr>
            <a:spLocks xmlns:a="http://schemas.openxmlformats.org/drawingml/2006/main" noGrp="1"/>
          </p:cNvSpPr>
          <p:nvPr/>
        </p:nvSpPr>
        <p:spPr>
          <a:xfrm xmlns:a="http://schemas.openxmlformats.org/drawingml/2006/main">
            <a:off x="4457700" y="3657600"/>
            <a:ext cx="666750" cy="266700"/>
          </a:xfrm>
          <a:prstGeom xmlns:a="http://schemas.openxmlformats.org/drawingml/2006/main" prst="roundRect">
            <a:avLst>
              <a:gd name="adj" fmla="val 42857"/>
            </a:avLst>
          </a:prstGeom>
          <a:solidFill xmlns:a="http://schemas.openxmlformats.org/drawingml/2006/main">
            <a:srgbClr val="FFFFFF"/>
          </a:solidFill>
          <a:ln xmlns:a="http://schemas.openxmlformats.org/drawingml/2006/main" w="9525">
            <a:solidFill>
              <a:srgbClr val="C8C7BF"/>
            </a:solidFill>
            <a:prstDash val="solid"/>
          </a:ln>
        </p:spPr>
      </p:sp>
      <p:sp>
        <p:nvSpPr>
          <p:cNvPr id="55" name="">
            <a:extLst xmlns:a="http://schemas.openxmlformats.org/drawingml/2006/main">
              <a:ext uri="{FF2B5EF4-FFF2-40B4-BE49-F238E27FC236}">
                <a16:creationId xmlns:a16="http://schemas.microsoft.com/office/drawing/2014/main" id="{7E23A3B5-073C-4A91-B96E-417AAC6508DE}"/>
              </a:ext>
            </a:extLst>
          </p:cNvPr>
          <p:cNvSpPr>
            <a:spLocks xmlns:a="http://schemas.openxmlformats.org/drawingml/2006/main" noGrp="1"/>
          </p:cNvSpPr>
          <p:nvPr/>
        </p:nvSpPr>
        <p:spPr>
          <a:xfrm xmlns:a="http://schemas.openxmlformats.org/drawingml/2006/main">
            <a:off x="5181600" y="3657600"/>
            <a:ext cx="666750" cy="266700"/>
          </a:xfrm>
          <a:prstGeom xmlns:a="http://schemas.openxmlformats.org/drawingml/2006/main" prst="roundRect">
            <a:avLst>
              <a:gd name="adj" fmla="val 42857"/>
            </a:avLst>
          </a:prstGeom>
          <a:solidFill xmlns:a="http://schemas.openxmlformats.org/drawingml/2006/main">
            <a:srgbClr val="FFFFFF"/>
          </a:solidFill>
          <a:ln xmlns:a="http://schemas.openxmlformats.org/drawingml/2006/main" w="9525">
            <a:solidFill>
              <a:srgbClr val="C8C7BF"/>
            </a:solidFill>
            <a:prstDash val="solid"/>
          </a:ln>
        </p:spPr>
      </p:sp>
      <p:sp>
        <p:nvSpPr>
          <p:cNvPr id="56" name="">
            <a:extLst xmlns:a="http://schemas.openxmlformats.org/drawingml/2006/main">
              <a:ext uri="{FF2B5EF4-FFF2-40B4-BE49-F238E27FC236}">
                <a16:creationId xmlns:a16="http://schemas.microsoft.com/office/drawing/2014/main" id="{5B872B40-D184-4665-96F2-94F4FAEFB52E}"/>
              </a:ext>
            </a:extLst>
          </p:cNvPr>
          <p:cNvSpPr>
            <a:spLocks xmlns:a="http://schemas.openxmlformats.org/drawingml/2006/main" noGrp="1"/>
          </p:cNvSpPr>
          <p:nvPr/>
        </p:nvSpPr>
        <p:spPr>
          <a:xfrm xmlns:a="http://schemas.openxmlformats.org/drawingml/2006/main">
            <a:off x="5905500" y="3657600"/>
            <a:ext cx="666750" cy="266700"/>
          </a:xfrm>
          <a:prstGeom xmlns:a="http://schemas.openxmlformats.org/drawingml/2006/main" prst="roundRect">
            <a:avLst>
              <a:gd name="adj" fmla="val 42857"/>
            </a:avLst>
          </a:prstGeom>
          <a:solidFill xmlns:a="http://schemas.openxmlformats.org/drawingml/2006/main">
            <a:srgbClr val="FFFFFF"/>
          </a:solidFill>
          <a:ln xmlns:a="http://schemas.openxmlformats.org/drawingml/2006/main" w="9525">
            <a:solidFill>
              <a:srgbClr val="C8C7BF"/>
            </a:solidFill>
            <a:prstDash val="solid"/>
          </a:ln>
        </p:spPr>
      </p:sp>
      <p:sp>
        <p:nvSpPr>
          <p:cNvPr id="57" name="">
            <a:extLst xmlns:a="http://schemas.openxmlformats.org/drawingml/2006/main">
              <a:ext uri="{FF2B5EF4-FFF2-40B4-BE49-F238E27FC236}">
                <a16:creationId xmlns:a16="http://schemas.microsoft.com/office/drawing/2014/main" id="{2F0027C9-C39F-48BC-94BA-F8CD6F3E4566}"/>
              </a:ext>
            </a:extLst>
          </p:cNvPr>
          <p:cNvSpPr>
            <a:spLocks xmlns:a="http://schemas.openxmlformats.org/drawingml/2006/main" noGrp="1"/>
          </p:cNvSpPr>
          <p:nvPr/>
        </p:nvSpPr>
        <p:spPr>
          <a:xfrm xmlns:a="http://schemas.openxmlformats.org/drawingml/2006/main">
            <a:off x="6629400" y="3657600"/>
            <a:ext cx="666750" cy="266700"/>
          </a:xfrm>
          <a:prstGeom xmlns:a="http://schemas.openxmlformats.org/drawingml/2006/main" prst="roundRect">
            <a:avLst>
              <a:gd name="adj" fmla="val 42857"/>
            </a:avLst>
          </a:prstGeom>
          <a:solidFill xmlns:a="http://schemas.openxmlformats.org/drawingml/2006/main">
            <a:srgbClr val="FFFFFF"/>
          </a:solidFill>
          <a:ln xmlns:a="http://schemas.openxmlformats.org/drawingml/2006/main" w="9525">
            <a:solidFill>
              <a:srgbClr val="C8C7BF"/>
            </a:solidFill>
            <a:prstDash val="solid"/>
          </a:ln>
        </p:spPr>
      </p:sp>
      <p:sp>
        <p:nvSpPr>
          <p:cNvPr id="58" name="">
            <a:extLst xmlns:a="http://schemas.openxmlformats.org/drawingml/2006/main">
              <a:ext uri="{FF2B5EF4-FFF2-40B4-BE49-F238E27FC236}">
                <a16:creationId xmlns:a16="http://schemas.microsoft.com/office/drawing/2014/main" id="{866D12DB-2933-410B-94AC-442CD5BFA8E8}"/>
              </a:ext>
            </a:extLst>
          </p:cNvPr>
          <p:cNvSpPr>
            <a:spLocks xmlns:a="http://schemas.openxmlformats.org/drawingml/2006/main" noGrp="1"/>
          </p:cNvSpPr>
          <p:nvPr/>
        </p:nvSpPr>
        <p:spPr>
          <a:xfrm xmlns:a="http://schemas.openxmlformats.org/drawingml/2006/main">
            <a:off x="7353300" y="3657600"/>
            <a:ext cx="666750" cy="266700"/>
          </a:xfrm>
          <a:prstGeom xmlns:a="http://schemas.openxmlformats.org/drawingml/2006/main" prst="roundRect">
            <a:avLst>
              <a:gd name="adj" fmla="val 42857"/>
            </a:avLst>
          </a:prstGeom>
          <a:solidFill xmlns:a="http://schemas.openxmlformats.org/drawingml/2006/main">
            <a:srgbClr val="E7E4DA"/>
          </a:solidFill>
          <a:ln xmlns:a="http://schemas.openxmlformats.org/drawingml/2006/main" w="9525">
            <a:solidFill>
              <a:srgbClr val="C8C7BF"/>
            </a:solidFill>
            <a:prstDash val="solid"/>
          </a:ln>
        </p:spPr>
      </p:sp>
      <p:sp>
        <p:nvSpPr>
          <p:cNvPr id="59" name="">
            <a:extLst xmlns:a="http://schemas.openxmlformats.org/drawingml/2006/main">
              <a:ext uri="{FF2B5EF4-FFF2-40B4-BE49-F238E27FC236}">
                <a16:creationId xmlns:a16="http://schemas.microsoft.com/office/drawing/2014/main" id="{586C7056-D256-4BB6-BF2F-4C5CF9546F09}"/>
              </a:ext>
            </a:extLst>
          </p:cNvPr>
          <p:cNvSpPr>
            <a:spLocks xmlns:a="http://schemas.openxmlformats.org/drawingml/2006/main" noGrp="1"/>
          </p:cNvSpPr>
          <p:nvPr/>
        </p:nvSpPr>
        <p:spPr>
          <a:xfrm xmlns:a="http://schemas.openxmlformats.org/drawingml/2006/main">
            <a:off x="8077200" y="3657600"/>
            <a:ext cx="666750" cy="266700"/>
          </a:xfrm>
          <a:prstGeom xmlns:a="http://schemas.openxmlformats.org/drawingml/2006/main" prst="roundRect">
            <a:avLst>
              <a:gd name="adj" fmla="val 42857"/>
            </a:avLst>
          </a:prstGeom>
          <a:solidFill xmlns:a="http://schemas.openxmlformats.org/drawingml/2006/main">
            <a:srgbClr val="E7E4DA"/>
          </a:solidFill>
          <a:ln xmlns:a="http://schemas.openxmlformats.org/drawingml/2006/main" w="9525">
            <a:solidFill>
              <a:srgbClr val="C8C7BF"/>
            </a:solidFill>
            <a:prstDash val="solid"/>
          </a:ln>
        </p:spPr>
      </p:sp>
      <p:sp>
        <p:nvSpPr>
          <p:cNvPr id="60" name="">
            <a:extLst xmlns:a="http://schemas.openxmlformats.org/drawingml/2006/main">
              <a:ext uri="{FF2B5EF4-FFF2-40B4-BE49-F238E27FC236}">
                <a16:creationId xmlns:a16="http://schemas.microsoft.com/office/drawing/2014/main" id="{3220F3AE-B671-4411-8306-526BAB89E035}"/>
              </a:ext>
            </a:extLst>
          </p:cNvPr>
          <p:cNvSpPr>
            <a:spLocks xmlns:a="http://schemas.openxmlformats.org/drawingml/2006/main" noGrp="1"/>
          </p:cNvSpPr>
          <p:nvPr/>
        </p:nvSpPr>
        <p:spPr>
          <a:xfrm xmlns:a="http://schemas.openxmlformats.org/drawingml/2006/main">
            <a:off x="8801100" y="3657600"/>
            <a:ext cx="666750" cy="266700"/>
          </a:xfrm>
          <a:prstGeom xmlns:a="http://schemas.openxmlformats.org/drawingml/2006/main" prst="roundRect">
            <a:avLst>
              <a:gd name="adj" fmla="val 42857"/>
            </a:avLst>
          </a:prstGeom>
          <a:solidFill xmlns:a="http://schemas.openxmlformats.org/drawingml/2006/main">
            <a:srgbClr val="E7E4DA"/>
          </a:solidFill>
          <a:ln xmlns:a="http://schemas.openxmlformats.org/drawingml/2006/main" w="9525">
            <a:solidFill>
              <a:srgbClr val="C8C7BF"/>
            </a:solidFill>
            <a:prstDash val="solid"/>
          </a:ln>
        </p:spPr>
      </p:sp>
      <p:sp>
        <p:nvSpPr>
          <p:cNvPr id="61" name="">
            <a:extLst xmlns:a="http://schemas.openxmlformats.org/drawingml/2006/main">
              <a:ext uri="{FF2B5EF4-FFF2-40B4-BE49-F238E27FC236}">
                <a16:creationId xmlns:a16="http://schemas.microsoft.com/office/drawing/2014/main" id="{B2137AA9-5162-46E2-80B0-296751613A1D}"/>
              </a:ext>
            </a:extLst>
          </p:cNvPr>
          <p:cNvSpPr>
            <a:spLocks xmlns:a="http://schemas.openxmlformats.org/drawingml/2006/main" noGrp="1"/>
          </p:cNvSpPr>
          <p:nvPr/>
        </p:nvSpPr>
        <p:spPr>
          <a:xfrm xmlns:a="http://schemas.openxmlformats.org/drawingml/2006/main">
            <a:off x="4038600" y="4067175"/>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676A64"/>
                </a:solidFill>
                <a:latin typeface="Courier New"/>
                <a:ea typeface="Courier New"/>
                <a:cs typeface="Courier New"/>
              </a:defRPr>
            </a:pPr>
            <a:r>
              <a:rPr sz="900" b="1">
                <a:solidFill>
                  <a:srgbClr val="676A64"/>
                </a:solidFill>
                <a:latin typeface="Courier New"/>
                <a:ea typeface="Courier New"/>
                <a:cs typeface="Courier New"/>
              </a:rPr>
              <a:t>R6</a:t>
            </a:r>
          </a:p>
        </p:txBody>
      </p:sp>
      <p:sp>
        <p:nvSpPr>
          <p:cNvPr id="62" name="">
            <a:extLst xmlns:a="http://schemas.openxmlformats.org/drawingml/2006/main">
              <a:ext uri="{FF2B5EF4-FFF2-40B4-BE49-F238E27FC236}">
                <a16:creationId xmlns:a16="http://schemas.microsoft.com/office/drawing/2014/main" id="{B6159A94-9CE6-4933-B54E-6AE2A0C8B093}"/>
              </a:ext>
            </a:extLst>
          </p:cNvPr>
          <p:cNvSpPr>
            <a:spLocks xmlns:a="http://schemas.openxmlformats.org/drawingml/2006/main" noGrp="1"/>
          </p:cNvSpPr>
          <p:nvPr/>
        </p:nvSpPr>
        <p:spPr>
          <a:xfrm xmlns:a="http://schemas.openxmlformats.org/drawingml/2006/main">
            <a:off x="4457700" y="3981450"/>
            <a:ext cx="666750" cy="266700"/>
          </a:xfrm>
          <a:prstGeom xmlns:a="http://schemas.openxmlformats.org/drawingml/2006/main" prst="roundRect">
            <a:avLst>
              <a:gd name="adj" fmla="val 42857"/>
            </a:avLst>
          </a:prstGeom>
          <a:solidFill xmlns:a="http://schemas.openxmlformats.org/drawingml/2006/main">
            <a:srgbClr val="FFFFFF"/>
          </a:solidFill>
          <a:ln xmlns:a="http://schemas.openxmlformats.org/drawingml/2006/main" w="9525">
            <a:solidFill>
              <a:srgbClr val="C8C7BF"/>
            </a:solidFill>
            <a:prstDash val="solid"/>
          </a:ln>
        </p:spPr>
      </p:sp>
      <p:sp>
        <p:nvSpPr>
          <p:cNvPr id="63" name="">
            <a:extLst xmlns:a="http://schemas.openxmlformats.org/drawingml/2006/main">
              <a:ext uri="{FF2B5EF4-FFF2-40B4-BE49-F238E27FC236}">
                <a16:creationId xmlns:a16="http://schemas.microsoft.com/office/drawing/2014/main" id="{0F2DF6F0-9238-4041-B2EC-C1F3391AADE4}"/>
              </a:ext>
            </a:extLst>
          </p:cNvPr>
          <p:cNvSpPr>
            <a:spLocks xmlns:a="http://schemas.openxmlformats.org/drawingml/2006/main" noGrp="1"/>
          </p:cNvSpPr>
          <p:nvPr/>
        </p:nvSpPr>
        <p:spPr>
          <a:xfrm xmlns:a="http://schemas.openxmlformats.org/drawingml/2006/main">
            <a:off x="5181600" y="3981450"/>
            <a:ext cx="666750" cy="266700"/>
          </a:xfrm>
          <a:prstGeom xmlns:a="http://schemas.openxmlformats.org/drawingml/2006/main" prst="roundRect">
            <a:avLst>
              <a:gd name="adj" fmla="val 42857"/>
            </a:avLst>
          </a:prstGeom>
          <a:solidFill xmlns:a="http://schemas.openxmlformats.org/drawingml/2006/main">
            <a:srgbClr val="FFFFFF"/>
          </a:solidFill>
          <a:ln xmlns:a="http://schemas.openxmlformats.org/drawingml/2006/main" w="9525">
            <a:solidFill>
              <a:srgbClr val="C8C7BF"/>
            </a:solidFill>
            <a:prstDash val="solid"/>
          </a:ln>
        </p:spPr>
      </p:sp>
      <p:sp>
        <p:nvSpPr>
          <p:cNvPr id="64" name="">
            <a:extLst xmlns:a="http://schemas.openxmlformats.org/drawingml/2006/main">
              <a:ext uri="{FF2B5EF4-FFF2-40B4-BE49-F238E27FC236}">
                <a16:creationId xmlns:a16="http://schemas.microsoft.com/office/drawing/2014/main" id="{E0486F4C-9CE9-466F-B5B9-B9D8017E0390}"/>
              </a:ext>
            </a:extLst>
          </p:cNvPr>
          <p:cNvSpPr>
            <a:spLocks xmlns:a="http://schemas.openxmlformats.org/drawingml/2006/main" noGrp="1"/>
          </p:cNvSpPr>
          <p:nvPr/>
        </p:nvSpPr>
        <p:spPr>
          <a:xfrm xmlns:a="http://schemas.openxmlformats.org/drawingml/2006/main">
            <a:off x="5905500" y="3981450"/>
            <a:ext cx="666750" cy="266700"/>
          </a:xfrm>
          <a:prstGeom xmlns:a="http://schemas.openxmlformats.org/drawingml/2006/main" prst="roundRect">
            <a:avLst>
              <a:gd name="adj" fmla="val 42857"/>
            </a:avLst>
          </a:prstGeom>
          <a:solidFill xmlns:a="http://schemas.openxmlformats.org/drawingml/2006/main">
            <a:srgbClr val="FFFFFF"/>
          </a:solidFill>
          <a:ln xmlns:a="http://schemas.openxmlformats.org/drawingml/2006/main" w="9525">
            <a:solidFill>
              <a:srgbClr val="C8C7BF"/>
            </a:solidFill>
            <a:prstDash val="solid"/>
          </a:ln>
        </p:spPr>
      </p:sp>
      <p:sp>
        <p:nvSpPr>
          <p:cNvPr id="65" name="">
            <a:extLst xmlns:a="http://schemas.openxmlformats.org/drawingml/2006/main">
              <a:ext uri="{FF2B5EF4-FFF2-40B4-BE49-F238E27FC236}">
                <a16:creationId xmlns:a16="http://schemas.microsoft.com/office/drawing/2014/main" id="{411C6597-108D-43F5-A7DA-25865BEACE69}"/>
              </a:ext>
            </a:extLst>
          </p:cNvPr>
          <p:cNvSpPr>
            <a:spLocks xmlns:a="http://schemas.openxmlformats.org/drawingml/2006/main" noGrp="1"/>
          </p:cNvSpPr>
          <p:nvPr/>
        </p:nvSpPr>
        <p:spPr>
          <a:xfrm xmlns:a="http://schemas.openxmlformats.org/drawingml/2006/main">
            <a:off x="6629400" y="3981450"/>
            <a:ext cx="666750" cy="266700"/>
          </a:xfrm>
          <a:prstGeom xmlns:a="http://schemas.openxmlformats.org/drawingml/2006/main" prst="roundRect">
            <a:avLst>
              <a:gd name="adj" fmla="val 42857"/>
            </a:avLst>
          </a:prstGeom>
          <a:solidFill xmlns:a="http://schemas.openxmlformats.org/drawingml/2006/main">
            <a:srgbClr val="FFFFFF"/>
          </a:solidFill>
          <a:ln xmlns:a="http://schemas.openxmlformats.org/drawingml/2006/main" w="9525">
            <a:solidFill>
              <a:srgbClr val="C8C7BF"/>
            </a:solidFill>
            <a:prstDash val="solid"/>
          </a:ln>
        </p:spPr>
      </p:sp>
      <p:sp>
        <p:nvSpPr>
          <p:cNvPr id="66" name="">
            <a:extLst xmlns:a="http://schemas.openxmlformats.org/drawingml/2006/main">
              <a:ext uri="{FF2B5EF4-FFF2-40B4-BE49-F238E27FC236}">
                <a16:creationId xmlns:a16="http://schemas.microsoft.com/office/drawing/2014/main" id="{0A2C3637-1784-45C6-8C49-E12D7D417F2D}"/>
              </a:ext>
            </a:extLst>
          </p:cNvPr>
          <p:cNvSpPr>
            <a:spLocks xmlns:a="http://schemas.openxmlformats.org/drawingml/2006/main" noGrp="1"/>
          </p:cNvSpPr>
          <p:nvPr/>
        </p:nvSpPr>
        <p:spPr>
          <a:xfrm xmlns:a="http://schemas.openxmlformats.org/drawingml/2006/main">
            <a:off x="7353300" y="3981450"/>
            <a:ext cx="666750" cy="266700"/>
          </a:xfrm>
          <a:prstGeom xmlns:a="http://schemas.openxmlformats.org/drawingml/2006/main" prst="roundRect">
            <a:avLst>
              <a:gd name="adj" fmla="val 42857"/>
            </a:avLst>
          </a:prstGeom>
          <a:solidFill xmlns:a="http://schemas.openxmlformats.org/drawingml/2006/main">
            <a:srgbClr val="E7E4DA"/>
          </a:solidFill>
          <a:ln xmlns:a="http://schemas.openxmlformats.org/drawingml/2006/main" w="9525">
            <a:solidFill>
              <a:srgbClr val="C8C7BF"/>
            </a:solidFill>
            <a:prstDash val="solid"/>
          </a:ln>
        </p:spPr>
      </p:sp>
      <p:sp>
        <p:nvSpPr>
          <p:cNvPr id="67" name="">
            <a:extLst xmlns:a="http://schemas.openxmlformats.org/drawingml/2006/main">
              <a:ext uri="{FF2B5EF4-FFF2-40B4-BE49-F238E27FC236}">
                <a16:creationId xmlns:a16="http://schemas.microsoft.com/office/drawing/2014/main" id="{6BF492AB-6A7D-4785-9F91-A8CE5E5DC675}"/>
              </a:ext>
            </a:extLst>
          </p:cNvPr>
          <p:cNvSpPr>
            <a:spLocks xmlns:a="http://schemas.openxmlformats.org/drawingml/2006/main" noGrp="1"/>
          </p:cNvSpPr>
          <p:nvPr/>
        </p:nvSpPr>
        <p:spPr>
          <a:xfrm xmlns:a="http://schemas.openxmlformats.org/drawingml/2006/main">
            <a:off x="8077200" y="3981450"/>
            <a:ext cx="666750" cy="266700"/>
          </a:xfrm>
          <a:prstGeom xmlns:a="http://schemas.openxmlformats.org/drawingml/2006/main" prst="roundRect">
            <a:avLst>
              <a:gd name="adj" fmla="val 42857"/>
            </a:avLst>
          </a:prstGeom>
          <a:solidFill xmlns:a="http://schemas.openxmlformats.org/drawingml/2006/main">
            <a:srgbClr val="E7E4DA"/>
          </a:solidFill>
          <a:ln xmlns:a="http://schemas.openxmlformats.org/drawingml/2006/main" w="9525">
            <a:solidFill>
              <a:srgbClr val="C8C7BF"/>
            </a:solidFill>
            <a:prstDash val="solid"/>
          </a:ln>
        </p:spPr>
      </p:sp>
      <p:sp>
        <p:nvSpPr>
          <p:cNvPr id="68" name="">
            <a:extLst xmlns:a="http://schemas.openxmlformats.org/drawingml/2006/main">
              <a:ext uri="{FF2B5EF4-FFF2-40B4-BE49-F238E27FC236}">
                <a16:creationId xmlns:a16="http://schemas.microsoft.com/office/drawing/2014/main" id="{39BCC8AB-3A12-4FEE-9AFD-F91609A9D32F}"/>
              </a:ext>
            </a:extLst>
          </p:cNvPr>
          <p:cNvSpPr>
            <a:spLocks xmlns:a="http://schemas.openxmlformats.org/drawingml/2006/main" noGrp="1"/>
          </p:cNvSpPr>
          <p:nvPr/>
        </p:nvSpPr>
        <p:spPr>
          <a:xfrm xmlns:a="http://schemas.openxmlformats.org/drawingml/2006/main">
            <a:off x="8801100" y="3981450"/>
            <a:ext cx="666750" cy="266700"/>
          </a:xfrm>
          <a:prstGeom xmlns:a="http://schemas.openxmlformats.org/drawingml/2006/main" prst="roundRect">
            <a:avLst>
              <a:gd name="adj" fmla="val 42857"/>
            </a:avLst>
          </a:prstGeom>
          <a:solidFill xmlns:a="http://schemas.openxmlformats.org/drawingml/2006/main">
            <a:srgbClr val="E7E4DA"/>
          </a:solidFill>
          <a:ln xmlns:a="http://schemas.openxmlformats.org/drawingml/2006/main" w="9525">
            <a:solidFill>
              <a:srgbClr val="C8C7BF"/>
            </a:solidFill>
            <a:prstDash val="solid"/>
          </a:ln>
        </p:spPr>
      </p:sp>
      <p:sp>
        <p:nvSpPr>
          <p:cNvPr id="69" name="">
            <a:extLst xmlns:a="http://schemas.openxmlformats.org/drawingml/2006/main">
              <a:ext uri="{FF2B5EF4-FFF2-40B4-BE49-F238E27FC236}">
                <a16:creationId xmlns:a16="http://schemas.microsoft.com/office/drawing/2014/main" id="{BF36FB2A-1B5E-4871-BD24-438F950888E2}"/>
              </a:ext>
            </a:extLst>
          </p:cNvPr>
          <p:cNvSpPr>
            <a:spLocks xmlns:a="http://schemas.openxmlformats.org/drawingml/2006/main" noGrp="1"/>
          </p:cNvSpPr>
          <p:nvPr/>
        </p:nvSpPr>
        <p:spPr>
          <a:xfrm xmlns:a="http://schemas.openxmlformats.org/drawingml/2006/main">
            <a:off x="4038600" y="4391025"/>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676A64"/>
                </a:solidFill>
                <a:latin typeface="Courier New"/>
                <a:ea typeface="Courier New"/>
                <a:cs typeface="Courier New"/>
              </a:defRPr>
            </a:pPr>
            <a:r>
              <a:rPr sz="900" b="1">
                <a:solidFill>
                  <a:srgbClr val="676A64"/>
                </a:solidFill>
                <a:latin typeface="Courier New"/>
                <a:ea typeface="Courier New"/>
                <a:cs typeface="Courier New"/>
              </a:rPr>
              <a:t>R7</a:t>
            </a:r>
          </a:p>
        </p:txBody>
      </p:sp>
      <p:sp>
        <p:nvSpPr>
          <p:cNvPr id="70" name="">
            <a:extLst xmlns:a="http://schemas.openxmlformats.org/drawingml/2006/main">
              <a:ext uri="{FF2B5EF4-FFF2-40B4-BE49-F238E27FC236}">
                <a16:creationId xmlns:a16="http://schemas.microsoft.com/office/drawing/2014/main" id="{43F328F1-F969-4C99-BD66-631710DF3024}"/>
              </a:ext>
            </a:extLst>
          </p:cNvPr>
          <p:cNvSpPr>
            <a:spLocks xmlns:a="http://schemas.openxmlformats.org/drawingml/2006/main" noGrp="1"/>
          </p:cNvSpPr>
          <p:nvPr/>
        </p:nvSpPr>
        <p:spPr>
          <a:xfrm xmlns:a="http://schemas.openxmlformats.org/drawingml/2006/main">
            <a:off x="4457700" y="4305300"/>
            <a:ext cx="666750" cy="266700"/>
          </a:xfrm>
          <a:prstGeom xmlns:a="http://schemas.openxmlformats.org/drawingml/2006/main" prst="roundRect">
            <a:avLst>
              <a:gd name="adj" fmla="val 42857"/>
            </a:avLst>
          </a:prstGeom>
          <a:solidFill xmlns:a="http://schemas.openxmlformats.org/drawingml/2006/main">
            <a:srgbClr val="FFFFFF"/>
          </a:solidFill>
          <a:ln xmlns:a="http://schemas.openxmlformats.org/drawingml/2006/main" w="9525">
            <a:solidFill>
              <a:srgbClr val="C8C7BF"/>
            </a:solidFill>
            <a:prstDash val="solid"/>
          </a:ln>
        </p:spPr>
      </p:sp>
      <p:sp>
        <p:nvSpPr>
          <p:cNvPr id="71" name="">
            <a:extLst xmlns:a="http://schemas.openxmlformats.org/drawingml/2006/main">
              <a:ext uri="{FF2B5EF4-FFF2-40B4-BE49-F238E27FC236}">
                <a16:creationId xmlns:a16="http://schemas.microsoft.com/office/drawing/2014/main" id="{9613BF5B-679D-4334-87DE-6BDA787BC781}"/>
              </a:ext>
            </a:extLst>
          </p:cNvPr>
          <p:cNvSpPr>
            <a:spLocks xmlns:a="http://schemas.openxmlformats.org/drawingml/2006/main" noGrp="1"/>
          </p:cNvSpPr>
          <p:nvPr/>
        </p:nvSpPr>
        <p:spPr>
          <a:xfrm xmlns:a="http://schemas.openxmlformats.org/drawingml/2006/main">
            <a:off x="5181600" y="4305300"/>
            <a:ext cx="666750" cy="266700"/>
          </a:xfrm>
          <a:prstGeom xmlns:a="http://schemas.openxmlformats.org/drawingml/2006/main" prst="roundRect">
            <a:avLst>
              <a:gd name="adj" fmla="val 42857"/>
            </a:avLst>
          </a:prstGeom>
          <a:solidFill xmlns:a="http://schemas.openxmlformats.org/drawingml/2006/main">
            <a:srgbClr val="FFFFFF"/>
          </a:solidFill>
          <a:ln xmlns:a="http://schemas.openxmlformats.org/drawingml/2006/main" w="9525">
            <a:solidFill>
              <a:srgbClr val="C8C7BF"/>
            </a:solidFill>
            <a:prstDash val="solid"/>
          </a:ln>
        </p:spPr>
      </p:sp>
      <p:sp>
        <p:nvSpPr>
          <p:cNvPr id="72" name="">
            <a:extLst xmlns:a="http://schemas.openxmlformats.org/drawingml/2006/main">
              <a:ext uri="{FF2B5EF4-FFF2-40B4-BE49-F238E27FC236}">
                <a16:creationId xmlns:a16="http://schemas.microsoft.com/office/drawing/2014/main" id="{88FEE79B-1AFB-4B30-B209-50DD456132F1}"/>
              </a:ext>
            </a:extLst>
          </p:cNvPr>
          <p:cNvSpPr>
            <a:spLocks xmlns:a="http://schemas.openxmlformats.org/drawingml/2006/main" noGrp="1"/>
          </p:cNvSpPr>
          <p:nvPr/>
        </p:nvSpPr>
        <p:spPr>
          <a:xfrm xmlns:a="http://schemas.openxmlformats.org/drawingml/2006/main">
            <a:off x="5905500" y="4305300"/>
            <a:ext cx="666750" cy="266700"/>
          </a:xfrm>
          <a:prstGeom xmlns:a="http://schemas.openxmlformats.org/drawingml/2006/main" prst="roundRect">
            <a:avLst>
              <a:gd name="adj" fmla="val 42857"/>
            </a:avLst>
          </a:prstGeom>
          <a:solidFill xmlns:a="http://schemas.openxmlformats.org/drawingml/2006/main">
            <a:srgbClr val="FFFFFF"/>
          </a:solidFill>
          <a:ln xmlns:a="http://schemas.openxmlformats.org/drawingml/2006/main" w="9525">
            <a:solidFill>
              <a:srgbClr val="C8C7BF"/>
            </a:solidFill>
            <a:prstDash val="solid"/>
          </a:ln>
        </p:spPr>
      </p:sp>
      <p:sp>
        <p:nvSpPr>
          <p:cNvPr id="73" name="">
            <a:extLst xmlns:a="http://schemas.openxmlformats.org/drawingml/2006/main">
              <a:ext uri="{FF2B5EF4-FFF2-40B4-BE49-F238E27FC236}">
                <a16:creationId xmlns:a16="http://schemas.microsoft.com/office/drawing/2014/main" id="{1852F226-AAFF-478E-B63B-45B1507C3897}"/>
              </a:ext>
            </a:extLst>
          </p:cNvPr>
          <p:cNvSpPr>
            <a:spLocks xmlns:a="http://schemas.openxmlformats.org/drawingml/2006/main" noGrp="1"/>
          </p:cNvSpPr>
          <p:nvPr/>
        </p:nvSpPr>
        <p:spPr>
          <a:xfrm xmlns:a="http://schemas.openxmlformats.org/drawingml/2006/main">
            <a:off x="6629400" y="4305300"/>
            <a:ext cx="666750" cy="266700"/>
          </a:xfrm>
          <a:prstGeom xmlns:a="http://schemas.openxmlformats.org/drawingml/2006/main" prst="roundRect">
            <a:avLst>
              <a:gd name="adj" fmla="val 42857"/>
            </a:avLst>
          </a:prstGeom>
          <a:solidFill xmlns:a="http://schemas.openxmlformats.org/drawingml/2006/main">
            <a:srgbClr val="FFFFFF"/>
          </a:solidFill>
          <a:ln xmlns:a="http://schemas.openxmlformats.org/drawingml/2006/main" w="9525">
            <a:solidFill>
              <a:srgbClr val="C8C7BF"/>
            </a:solidFill>
            <a:prstDash val="solid"/>
          </a:ln>
        </p:spPr>
      </p:sp>
      <p:sp>
        <p:nvSpPr>
          <p:cNvPr id="74" name="">
            <a:extLst xmlns:a="http://schemas.openxmlformats.org/drawingml/2006/main">
              <a:ext uri="{FF2B5EF4-FFF2-40B4-BE49-F238E27FC236}">
                <a16:creationId xmlns:a16="http://schemas.microsoft.com/office/drawing/2014/main" id="{8533A644-0295-4CEE-BD56-E9B407F78FB5}"/>
              </a:ext>
            </a:extLst>
          </p:cNvPr>
          <p:cNvSpPr>
            <a:spLocks xmlns:a="http://schemas.openxmlformats.org/drawingml/2006/main" noGrp="1"/>
          </p:cNvSpPr>
          <p:nvPr/>
        </p:nvSpPr>
        <p:spPr>
          <a:xfrm xmlns:a="http://schemas.openxmlformats.org/drawingml/2006/main">
            <a:off x="7353300" y="4305300"/>
            <a:ext cx="666750" cy="266700"/>
          </a:xfrm>
          <a:prstGeom xmlns:a="http://schemas.openxmlformats.org/drawingml/2006/main" prst="roundRect">
            <a:avLst>
              <a:gd name="adj" fmla="val 42857"/>
            </a:avLst>
          </a:prstGeom>
          <a:solidFill xmlns:a="http://schemas.openxmlformats.org/drawingml/2006/main">
            <a:srgbClr val="E7E4DA"/>
          </a:solidFill>
          <a:ln xmlns:a="http://schemas.openxmlformats.org/drawingml/2006/main" w="9525">
            <a:solidFill>
              <a:srgbClr val="C8C7BF"/>
            </a:solidFill>
            <a:prstDash val="solid"/>
          </a:ln>
        </p:spPr>
      </p:sp>
      <p:sp>
        <p:nvSpPr>
          <p:cNvPr id="75" name="">
            <a:extLst xmlns:a="http://schemas.openxmlformats.org/drawingml/2006/main">
              <a:ext uri="{FF2B5EF4-FFF2-40B4-BE49-F238E27FC236}">
                <a16:creationId xmlns:a16="http://schemas.microsoft.com/office/drawing/2014/main" id="{EC0BB258-65EC-4E31-BEA6-6EA76712C9DC}"/>
              </a:ext>
            </a:extLst>
          </p:cNvPr>
          <p:cNvSpPr>
            <a:spLocks xmlns:a="http://schemas.openxmlformats.org/drawingml/2006/main" noGrp="1"/>
          </p:cNvSpPr>
          <p:nvPr/>
        </p:nvSpPr>
        <p:spPr>
          <a:xfrm xmlns:a="http://schemas.openxmlformats.org/drawingml/2006/main">
            <a:off x="8077200" y="4305300"/>
            <a:ext cx="666750" cy="266700"/>
          </a:xfrm>
          <a:prstGeom xmlns:a="http://schemas.openxmlformats.org/drawingml/2006/main" prst="roundRect">
            <a:avLst>
              <a:gd name="adj" fmla="val 42857"/>
            </a:avLst>
          </a:prstGeom>
          <a:solidFill xmlns:a="http://schemas.openxmlformats.org/drawingml/2006/main">
            <a:srgbClr val="E7E4DA"/>
          </a:solidFill>
          <a:ln xmlns:a="http://schemas.openxmlformats.org/drawingml/2006/main" w="9525">
            <a:solidFill>
              <a:srgbClr val="C8C7BF"/>
            </a:solidFill>
            <a:prstDash val="solid"/>
          </a:ln>
        </p:spPr>
      </p:sp>
      <p:sp>
        <p:nvSpPr>
          <p:cNvPr id="76" name="">
            <a:extLst xmlns:a="http://schemas.openxmlformats.org/drawingml/2006/main">
              <a:ext uri="{FF2B5EF4-FFF2-40B4-BE49-F238E27FC236}">
                <a16:creationId xmlns:a16="http://schemas.microsoft.com/office/drawing/2014/main" id="{F938AB35-3750-4AD2-BB14-AB8D0BC6B7C2}"/>
              </a:ext>
            </a:extLst>
          </p:cNvPr>
          <p:cNvSpPr>
            <a:spLocks xmlns:a="http://schemas.openxmlformats.org/drawingml/2006/main" noGrp="1"/>
          </p:cNvSpPr>
          <p:nvPr/>
        </p:nvSpPr>
        <p:spPr>
          <a:xfrm xmlns:a="http://schemas.openxmlformats.org/drawingml/2006/main">
            <a:off x="8801100" y="4305300"/>
            <a:ext cx="666750" cy="266700"/>
          </a:xfrm>
          <a:prstGeom xmlns:a="http://schemas.openxmlformats.org/drawingml/2006/main" prst="roundRect">
            <a:avLst>
              <a:gd name="adj" fmla="val 42857"/>
            </a:avLst>
          </a:prstGeom>
          <a:solidFill xmlns:a="http://schemas.openxmlformats.org/drawingml/2006/main">
            <a:srgbClr val="E7E4DA"/>
          </a:solidFill>
          <a:ln xmlns:a="http://schemas.openxmlformats.org/drawingml/2006/main" w="9525">
            <a:solidFill>
              <a:srgbClr val="C8C7BF"/>
            </a:solidFill>
            <a:prstDash val="solid"/>
          </a:ln>
        </p:spPr>
      </p:sp>
      <p:sp>
        <p:nvSpPr>
          <p:cNvPr id="77" name="">
            <a:extLst xmlns:a="http://schemas.openxmlformats.org/drawingml/2006/main">
              <a:ext uri="{FF2B5EF4-FFF2-40B4-BE49-F238E27FC236}">
                <a16:creationId xmlns:a16="http://schemas.microsoft.com/office/drawing/2014/main" id="{0E0F7273-45EB-4453-9C51-351D6FDF758C}"/>
              </a:ext>
            </a:extLst>
          </p:cNvPr>
          <p:cNvSpPr>
            <a:spLocks xmlns:a="http://schemas.openxmlformats.org/drawingml/2006/main" noGrp="1"/>
          </p:cNvSpPr>
          <p:nvPr/>
        </p:nvSpPr>
        <p:spPr>
          <a:xfrm xmlns:a="http://schemas.openxmlformats.org/drawingml/2006/main">
            <a:off x="4038600" y="4714875"/>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676A64"/>
                </a:solidFill>
                <a:latin typeface="Courier New"/>
                <a:ea typeface="Courier New"/>
                <a:cs typeface="Courier New"/>
              </a:defRPr>
            </a:pPr>
            <a:r>
              <a:rPr sz="900" b="1">
                <a:solidFill>
                  <a:srgbClr val="676A64"/>
                </a:solidFill>
                <a:latin typeface="Courier New"/>
                <a:ea typeface="Courier New"/>
                <a:cs typeface="Courier New"/>
              </a:rPr>
              <a:t>R8</a:t>
            </a:r>
          </a:p>
        </p:txBody>
      </p:sp>
      <p:sp>
        <p:nvSpPr>
          <p:cNvPr id="78" name="">
            <a:extLst xmlns:a="http://schemas.openxmlformats.org/drawingml/2006/main">
              <a:ext uri="{FF2B5EF4-FFF2-40B4-BE49-F238E27FC236}">
                <a16:creationId xmlns:a16="http://schemas.microsoft.com/office/drawing/2014/main" id="{FDA2E5A3-3825-4EB1-ABF5-BF2B0482FCC2}"/>
              </a:ext>
            </a:extLst>
          </p:cNvPr>
          <p:cNvSpPr>
            <a:spLocks xmlns:a="http://schemas.openxmlformats.org/drawingml/2006/main" noGrp="1"/>
          </p:cNvSpPr>
          <p:nvPr/>
        </p:nvSpPr>
        <p:spPr>
          <a:xfrm xmlns:a="http://schemas.openxmlformats.org/drawingml/2006/main">
            <a:off x="4457700" y="4629150"/>
            <a:ext cx="666750" cy="266700"/>
          </a:xfrm>
          <a:prstGeom xmlns:a="http://schemas.openxmlformats.org/drawingml/2006/main" prst="roundRect">
            <a:avLst>
              <a:gd name="adj" fmla="val 42857"/>
            </a:avLst>
          </a:prstGeom>
          <a:solidFill xmlns:a="http://schemas.openxmlformats.org/drawingml/2006/main">
            <a:srgbClr val="FFFFFF"/>
          </a:solidFill>
          <a:ln xmlns:a="http://schemas.openxmlformats.org/drawingml/2006/main" w="9525">
            <a:solidFill>
              <a:srgbClr val="C8C7BF"/>
            </a:solidFill>
            <a:prstDash val="solid"/>
          </a:ln>
        </p:spPr>
      </p:sp>
      <p:sp>
        <p:nvSpPr>
          <p:cNvPr id="79" name="">
            <a:extLst xmlns:a="http://schemas.openxmlformats.org/drawingml/2006/main">
              <a:ext uri="{FF2B5EF4-FFF2-40B4-BE49-F238E27FC236}">
                <a16:creationId xmlns:a16="http://schemas.microsoft.com/office/drawing/2014/main" id="{E430CE79-B181-4635-B2D2-64B5D95DB374}"/>
              </a:ext>
            </a:extLst>
          </p:cNvPr>
          <p:cNvSpPr>
            <a:spLocks xmlns:a="http://schemas.openxmlformats.org/drawingml/2006/main" noGrp="1"/>
          </p:cNvSpPr>
          <p:nvPr/>
        </p:nvSpPr>
        <p:spPr>
          <a:xfrm xmlns:a="http://schemas.openxmlformats.org/drawingml/2006/main">
            <a:off x="5181600" y="4629150"/>
            <a:ext cx="666750" cy="266700"/>
          </a:xfrm>
          <a:prstGeom xmlns:a="http://schemas.openxmlformats.org/drawingml/2006/main" prst="roundRect">
            <a:avLst>
              <a:gd name="adj" fmla="val 42857"/>
            </a:avLst>
          </a:prstGeom>
          <a:solidFill xmlns:a="http://schemas.openxmlformats.org/drawingml/2006/main">
            <a:srgbClr val="FFFFFF"/>
          </a:solidFill>
          <a:ln xmlns:a="http://schemas.openxmlformats.org/drawingml/2006/main" w="9525">
            <a:solidFill>
              <a:srgbClr val="C8C7BF"/>
            </a:solidFill>
            <a:prstDash val="solid"/>
          </a:ln>
        </p:spPr>
      </p:sp>
      <p:sp>
        <p:nvSpPr>
          <p:cNvPr id="80" name="">
            <a:extLst xmlns:a="http://schemas.openxmlformats.org/drawingml/2006/main">
              <a:ext uri="{FF2B5EF4-FFF2-40B4-BE49-F238E27FC236}">
                <a16:creationId xmlns:a16="http://schemas.microsoft.com/office/drawing/2014/main" id="{C47AD8DC-3263-4017-9FF4-C5AF21F6D40B}"/>
              </a:ext>
            </a:extLst>
          </p:cNvPr>
          <p:cNvSpPr>
            <a:spLocks xmlns:a="http://schemas.openxmlformats.org/drawingml/2006/main" noGrp="1"/>
          </p:cNvSpPr>
          <p:nvPr/>
        </p:nvSpPr>
        <p:spPr>
          <a:xfrm xmlns:a="http://schemas.openxmlformats.org/drawingml/2006/main">
            <a:off x="5905500" y="4629150"/>
            <a:ext cx="666750" cy="266700"/>
          </a:xfrm>
          <a:prstGeom xmlns:a="http://schemas.openxmlformats.org/drawingml/2006/main" prst="roundRect">
            <a:avLst>
              <a:gd name="adj" fmla="val 42857"/>
            </a:avLst>
          </a:prstGeom>
          <a:solidFill xmlns:a="http://schemas.openxmlformats.org/drawingml/2006/main">
            <a:srgbClr val="FFFFFF"/>
          </a:solidFill>
          <a:ln xmlns:a="http://schemas.openxmlformats.org/drawingml/2006/main" w="9525">
            <a:solidFill>
              <a:srgbClr val="C8C7BF"/>
            </a:solidFill>
            <a:prstDash val="solid"/>
          </a:ln>
        </p:spPr>
      </p:sp>
      <p:sp>
        <p:nvSpPr>
          <p:cNvPr id="81" name="">
            <a:extLst xmlns:a="http://schemas.openxmlformats.org/drawingml/2006/main">
              <a:ext uri="{FF2B5EF4-FFF2-40B4-BE49-F238E27FC236}">
                <a16:creationId xmlns:a16="http://schemas.microsoft.com/office/drawing/2014/main" id="{0894D53D-48EE-46C0-8270-61F842C3F1A0}"/>
              </a:ext>
            </a:extLst>
          </p:cNvPr>
          <p:cNvSpPr>
            <a:spLocks xmlns:a="http://schemas.openxmlformats.org/drawingml/2006/main" noGrp="1"/>
          </p:cNvSpPr>
          <p:nvPr/>
        </p:nvSpPr>
        <p:spPr>
          <a:xfrm xmlns:a="http://schemas.openxmlformats.org/drawingml/2006/main">
            <a:off x="6629400" y="4629150"/>
            <a:ext cx="666750" cy="266700"/>
          </a:xfrm>
          <a:prstGeom xmlns:a="http://schemas.openxmlformats.org/drawingml/2006/main" prst="roundRect">
            <a:avLst>
              <a:gd name="adj" fmla="val 42857"/>
            </a:avLst>
          </a:prstGeom>
          <a:solidFill xmlns:a="http://schemas.openxmlformats.org/drawingml/2006/main">
            <a:srgbClr val="FFFFFF"/>
          </a:solidFill>
          <a:ln xmlns:a="http://schemas.openxmlformats.org/drawingml/2006/main" w="9525">
            <a:solidFill>
              <a:srgbClr val="C8C7BF"/>
            </a:solidFill>
            <a:prstDash val="solid"/>
          </a:ln>
        </p:spPr>
      </p:sp>
      <p:sp>
        <p:nvSpPr>
          <p:cNvPr id="82" name="">
            <a:extLst xmlns:a="http://schemas.openxmlformats.org/drawingml/2006/main">
              <a:ext uri="{FF2B5EF4-FFF2-40B4-BE49-F238E27FC236}">
                <a16:creationId xmlns:a16="http://schemas.microsoft.com/office/drawing/2014/main" id="{C81BBECC-F143-4A20-8A2A-589F98760EBE}"/>
              </a:ext>
            </a:extLst>
          </p:cNvPr>
          <p:cNvSpPr>
            <a:spLocks xmlns:a="http://schemas.openxmlformats.org/drawingml/2006/main" noGrp="1"/>
          </p:cNvSpPr>
          <p:nvPr/>
        </p:nvSpPr>
        <p:spPr>
          <a:xfrm xmlns:a="http://schemas.openxmlformats.org/drawingml/2006/main">
            <a:off x="7353300" y="4629150"/>
            <a:ext cx="666750" cy="266700"/>
          </a:xfrm>
          <a:prstGeom xmlns:a="http://schemas.openxmlformats.org/drawingml/2006/main" prst="roundRect">
            <a:avLst>
              <a:gd name="adj" fmla="val 42857"/>
            </a:avLst>
          </a:prstGeom>
          <a:solidFill xmlns:a="http://schemas.openxmlformats.org/drawingml/2006/main">
            <a:srgbClr val="E7E4DA"/>
          </a:solidFill>
          <a:ln xmlns:a="http://schemas.openxmlformats.org/drawingml/2006/main" w="9525">
            <a:solidFill>
              <a:srgbClr val="C8C7BF"/>
            </a:solidFill>
            <a:prstDash val="solid"/>
          </a:ln>
        </p:spPr>
      </p:sp>
      <p:sp>
        <p:nvSpPr>
          <p:cNvPr id="83" name="">
            <a:extLst xmlns:a="http://schemas.openxmlformats.org/drawingml/2006/main">
              <a:ext uri="{FF2B5EF4-FFF2-40B4-BE49-F238E27FC236}">
                <a16:creationId xmlns:a16="http://schemas.microsoft.com/office/drawing/2014/main" id="{D2176381-94B2-418A-8A44-131403531D22}"/>
              </a:ext>
            </a:extLst>
          </p:cNvPr>
          <p:cNvSpPr>
            <a:spLocks xmlns:a="http://schemas.openxmlformats.org/drawingml/2006/main" noGrp="1"/>
          </p:cNvSpPr>
          <p:nvPr/>
        </p:nvSpPr>
        <p:spPr>
          <a:xfrm xmlns:a="http://schemas.openxmlformats.org/drawingml/2006/main">
            <a:off x="8077200" y="4629150"/>
            <a:ext cx="666750" cy="266700"/>
          </a:xfrm>
          <a:prstGeom xmlns:a="http://schemas.openxmlformats.org/drawingml/2006/main" prst="roundRect">
            <a:avLst>
              <a:gd name="adj" fmla="val 42857"/>
            </a:avLst>
          </a:prstGeom>
          <a:solidFill xmlns:a="http://schemas.openxmlformats.org/drawingml/2006/main">
            <a:srgbClr val="E7E4DA"/>
          </a:solidFill>
          <a:ln xmlns:a="http://schemas.openxmlformats.org/drawingml/2006/main" w="9525">
            <a:solidFill>
              <a:srgbClr val="C8C7BF"/>
            </a:solidFill>
            <a:prstDash val="solid"/>
          </a:ln>
        </p:spPr>
      </p:sp>
      <p:sp>
        <p:nvSpPr>
          <p:cNvPr id="84" name="">
            <a:extLst xmlns:a="http://schemas.openxmlformats.org/drawingml/2006/main">
              <a:ext uri="{FF2B5EF4-FFF2-40B4-BE49-F238E27FC236}">
                <a16:creationId xmlns:a16="http://schemas.microsoft.com/office/drawing/2014/main" id="{51781917-D54B-4E8D-BE09-746EDEC73E5D}"/>
              </a:ext>
            </a:extLst>
          </p:cNvPr>
          <p:cNvSpPr>
            <a:spLocks xmlns:a="http://schemas.openxmlformats.org/drawingml/2006/main" noGrp="1"/>
          </p:cNvSpPr>
          <p:nvPr/>
        </p:nvSpPr>
        <p:spPr>
          <a:xfrm xmlns:a="http://schemas.openxmlformats.org/drawingml/2006/main">
            <a:off x="8801100" y="4629150"/>
            <a:ext cx="666750" cy="266700"/>
          </a:xfrm>
          <a:prstGeom xmlns:a="http://schemas.openxmlformats.org/drawingml/2006/main" prst="roundRect">
            <a:avLst>
              <a:gd name="adj" fmla="val 42857"/>
            </a:avLst>
          </a:prstGeom>
          <a:solidFill xmlns:a="http://schemas.openxmlformats.org/drawingml/2006/main">
            <a:srgbClr val="E7E4DA"/>
          </a:solidFill>
          <a:ln xmlns:a="http://schemas.openxmlformats.org/drawingml/2006/main" w="9525">
            <a:solidFill>
              <a:srgbClr val="C8C7BF"/>
            </a:solidFill>
            <a:prstDash val="solid"/>
          </a:ln>
        </p:spPr>
      </p:sp>
      <p:sp>
        <p:nvSpPr>
          <p:cNvPr id="85" name="">
            <a:extLst xmlns:a="http://schemas.openxmlformats.org/drawingml/2006/main">
              <a:ext uri="{FF2B5EF4-FFF2-40B4-BE49-F238E27FC236}">
                <a16:creationId xmlns:a16="http://schemas.microsoft.com/office/drawing/2014/main" id="{59902956-01AD-4C62-9ECF-B6B871A3B3DC}"/>
              </a:ext>
            </a:extLst>
          </p:cNvPr>
          <p:cNvSpPr>
            <a:spLocks xmlns:a="http://schemas.openxmlformats.org/drawingml/2006/main" noGrp="1"/>
          </p:cNvSpPr>
          <p:nvPr/>
        </p:nvSpPr>
        <p:spPr>
          <a:xfrm xmlns:a="http://schemas.openxmlformats.org/drawingml/2006/main">
            <a:off x="4457700" y="5219700"/>
            <a:ext cx="2514600" cy="323850"/>
          </a:xfrm>
          <a:prstGeom xmlns:a="http://schemas.openxmlformats.org/drawingml/2006/main" prst="roundRect">
            <a:avLst>
              <a:gd name="adj" fmla="val 35294"/>
            </a:avLst>
          </a:prstGeom>
          <a:solidFill xmlns:a="http://schemas.openxmlformats.org/drawingml/2006/main">
            <a:srgbClr val="D8FF4E"/>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891BBCD8-129D-4156-AB5A-9B65C69CC3F1}"/>
              </a:ext>
            </a:extLst>
          </p:cNvPr>
          <p:cNvSpPr>
            <a:spLocks xmlns:a="http://schemas.openxmlformats.org/drawingml/2006/main" noGrp="1"/>
          </p:cNvSpPr>
          <p:nvPr/>
        </p:nvSpPr>
        <p:spPr>
          <a:xfrm xmlns:a="http://schemas.openxmlformats.org/drawingml/2006/main">
            <a:off x="4572000" y="52959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11110F"/>
                </a:solidFill>
                <a:latin typeface="Arial"/>
                <a:ea typeface="Arial"/>
                <a:cs typeface="Arial"/>
              </a:defRPr>
            </a:pPr>
            <a:r>
              <a:rPr sz="900" b="1">
                <a:solidFill>
                  <a:srgbClr val="11110F"/>
                </a:solidFill>
                <a:latin typeface="Arial"/>
                <a:ea typeface="Arial"/>
                <a:cs typeface="Arial"/>
              </a:rPr>
              <a:t>R1–R4 treated from 2022</a:t>
            </a:r>
          </a:p>
        </p:txBody>
      </p:sp>
      <p:sp>
        <p:nvSpPr>
          <p:cNvPr id="87" name="">
            <a:extLst xmlns:a="http://schemas.openxmlformats.org/drawingml/2006/main">
              <a:ext uri="{FF2B5EF4-FFF2-40B4-BE49-F238E27FC236}">
                <a16:creationId xmlns:a16="http://schemas.microsoft.com/office/drawing/2014/main" id="{DE39044F-2543-4C6D-AC8A-81CDB737CB82}"/>
              </a:ext>
            </a:extLst>
          </p:cNvPr>
          <p:cNvSpPr>
            <a:spLocks xmlns:a="http://schemas.openxmlformats.org/drawingml/2006/main" noGrp="1"/>
          </p:cNvSpPr>
          <p:nvPr/>
        </p:nvSpPr>
        <p:spPr>
          <a:xfrm xmlns:a="http://schemas.openxmlformats.org/drawingml/2006/main">
            <a:off x="7105650" y="5219700"/>
            <a:ext cx="2133600" cy="323850"/>
          </a:xfrm>
          <a:prstGeom xmlns:a="http://schemas.openxmlformats.org/drawingml/2006/main" prst="roundRect">
            <a:avLst>
              <a:gd name="adj" fmla="val 35294"/>
            </a:avLst>
          </a:prstGeom>
          <a:solidFill xmlns:a="http://schemas.openxmlformats.org/drawingml/2006/main">
            <a:srgbClr val="FFFFFF"/>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79BC02B8-5FE2-4A00-BB60-ADE52DF2BC55}"/>
              </a:ext>
            </a:extLst>
          </p:cNvPr>
          <p:cNvSpPr>
            <a:spLocks xmlns:a="http://schemas.openxmlformats.org/drawingml/2006/main" noGrp="1"/>
          </p:cNvSpPr>
          <p:nvPr/>
        </p:nvSpPr>
        <p:spPr>
          <a:xfrm xmlns:a="http://schemas.openxmlformats.org/drawingml/2006/main">
            <a:off x="7219950" y="529590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11110F"/>
                </a:solidFill>
                <a:latin typeface="Arial"/>
                <a:ea typeface="Arial"/>
                <a:cs typeface="Arial"/>
              </a:defRPr>
            </a:pPr>
            <a:r>
              <a:rPr sz="900" b="1">
                <a:solidFill>
                  <a:srgbClr val="11110F"/>
                </a:solidFill>
                <a:latin typeface="Arial"/>
                <a:ea typeface="Arial"/>
                <a:cs typeface="Arial"/>
              </a:rPr>
              <a:t>R5–R8 comparison</a:t>
            </a:r>
          </a:p>
        </p:txBody>
      </p:sp>
      <p:sp>
        <p:nvSpPr>
          <p:cNvPr id="89" name="">
            <a:extLst xmlns:a="http://schemas.openxmlformats.org/drawingml/2006/main">
              <a:ext uri="{FF2B5EF4-FFF2-40B4-BE49-F238E27FC236}">
                <a16:creationId xmlns:a16="http://schemas.microsoft.com/office/drawing/2014/main" id="{2C1A482A-7F81-4441-8343-D02295346ACD}"/>
              </a:ext>
            </a:extLst>
          </p:cNvPr>
          <p:cNvSpPr>
            <a:spLocks xmlns:a="http://schemas.openxmlformats.org/drawingml/2006/main" noGrp="1"/>
          </p:cNvSpPr>
          <p:nvPr/>
        </p:nvSpPr>
        <p:spPr>
          <a:xfrm xmlns:a="http://schemas.openxmlformats.org/drawingml/2006/main">
            <a:off x="9372600" y="5219700"/>
            <a:ext cx="1866900" cy="323850"/>
          </a:xfrm>
          <a:prstGeom xmlns:a="http://schemas.openxmlformats.org/drawingml/2006/main" prst="roundRect">
            <a:avLst>
              <a:gd name="adj" fmla="val 35294"/>
            </a:avLst>
          </a:prstGeom>
          <a:solidFill xmlns:a="http://schemas.openxmlformats.org/drawingml/2006/main">
            <a:srgbClr val="11110F"/>
          </a:solidFill>
          <a:ln xmlns:a="http://schemas.openxmlformats.org/drawingml/2006/main" w="0">
            <a:noFill/>
            <a:prstDash val="solid"/>
          </a:ln>
        </p:spPr>
      </p:sp>
      <p:sp>
        <p:nvSpPr>
          <p:cNvPr id="90" name="">
            <a:extLst xmlns:a="http://schemas.openxmlformats.org/drawingml/2006/main">
              <a:ext uri="{FF2B5EF4-FFF2-40B4-BE49-F238E27FC236}">
                <a16:creationId xmlns:a16="http://schemas.microsoft.com/office/drawing/2014/main" id="{D7984E0D-C300-46FD-95DF-FF42E3DE2808}"/>
              </a:ext>
            </a:extLst>
          </p:cNvPr>
          <p:cNvSpPr>
            <a:spLocks xmlns:a="http://schemas.openxmlformats.org/drawingml/2006/main" noGrp="1"/>
          </p:cNvSpPr>
          <p:nvPr/>
        </p:nvSpPr>
        <p:spPr>
          <a:xfrm xmlns:a="http://schemas.openxmlformats.org/drawingml/2006/main">
            <a:off x="9486900" y="5295900"/>
            <a:ext cx="1638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FFFFFF"/>
                </a:solidFill>
                <a:latin typeface="Arial"/>
                <a:ea typeface="Arial"/>
                <a:cs typeface="Arial"/>
              </a:defRPr>
            </a:pPr>
            <a:r>
              <a:rPr sz="900" b="1">
                <a:solidFill>
                  <a:srgbClr val="FFFFFF"/>
                </a:solidFill>
                <a:latin typeface="Arial"/>
                <a:ea typeface="Arial"/>
                <a:cs typeface="Arial"/>
              </a:rPr>
              <a:t>Synthetic data</a:t>
            </a:r>
          </a:p>
        </p:txBody>
      </p:sp>
    </p:spTree>
    <p:extLst>
      <p:ext uri="{BB962C8B-B14F-4D97-AF65-F5344CB8AC3E}">
        <p14:creationId xmlns:p14="http://schemas.microsoft.com/office/powerpoint/2010/main" val="1232387591"/>
      </p:ext>
    </p:extLst>
  </p:cSld>
</p:sld>
</file>

<file path=ppt/slides/slide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E5111A13-C893-4358-8822-6834E80CD211}"/>
              </a:ext>
            </a:extLst>
          </p:cNvPr>
          <p:cNvSpPr>
            <a:spLocks xmlns:a="http://schemas.openxmlformats.org/drawingml/2006/main" noGrp="1"/>
          </p:cNvSpPr>
          <p:nvPr/>
        </p:nvSpPr>
        <p:spPr>
          <a:xfrm xmlns:a="http://schemas.openxmlformats.org/drawingml/2006/main">
            <a:off x="609600" y="361950"/>
            <a:ext cx="266700" cy="266700"/>
          </a:xfrm>
          <a:prstGeom xmlns:a="http://schemas.openxmlformats.org/drawingml/2006/main" prst="rect">
            <a:avLst/>
          </a:prstGeom>
          <a:solidFill xmlns:a="http://schemas.openxmlformats.org/drawingml/2006/main">
            <a:srgbClr val="2448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735E458-D41D-4871-9C49-E09BD73E11AA}"/>
              </a:ext>
            </a:extLst>
          </p:cNvPr>
          <p:cNvSpPr>
            <a:spLocks xmlns:a="http://schemas.openxmlformats.org/drawingml/2006/main" noGrp="1"/>
          </p:cNvSpPr>
          <p:nvPr/>
        </p:nvSpPr>
        <p:spPr>
          <a:xfrm xmlns:a="http://schemas.openxmlformats.org/drawingml/2006/main">
            <a:off x="685800" y="438150"/>
            <a:ext cx="114300" cy="114300"/>
          </a:xfrm>
          <a:prstGeom xmlns:a="http://schemas.openxmlformats.org/drawingml/2006/main" prst="rect">
            <a:avLst/>
          </a:prstGeom>
          <a:solidFill xmlns:a="http://schemas.openxmlformats.org/drawingml/2006/main">
            <a:srgbClr val="F4F1E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58EFCFB-D2EA-4F87-8DE3-9CAB54646E40}"/>
              </a:ext>
            </a:extLst>
          </p:cNvPr>
          <p:cNvSpPr>
            <a:spLocks xmlns:a="http://schemas.openxmlformats.org/drawingml/2006/main" noGrp="1"/>
          </p:cNvSpPr>
          <p:nvPr/>
        </p:nvSpPr>
        <p:spPr>
          <a:xfrm xmlns:a="http://schemas.openxmlformats.org/drawingml/2006/main">
            <a:off x="990600" y="3810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11110F"/>
                </a:solidFill>
                <a:latin typeface="Arial"/>
                <a:ea typeface="Arial"/>
                <a:cs typeface="Arial"/>
              </a:defRPr>
            </a:pPr>
            <a:r>
              <a:rPr sz="1050" b="1">
                <a:solidFill>
                  <a:srgbClr val="11110F"/>
                </a:solidFill>
                <a:latin typeface="Arial"/>
                <a:ea typeface="Arial"/>
                <a:cs typeface="Arial"/>
              </a:rPr>
              <a:t>MENA OPEN DATA &amp; EVIDENCE LAB</a:t>
            </a:r>
          </a:p>
        </p:txBody>
      </p:sp>
      <p:sp>
        <p:nvSpPr>
          <p:cNvPr id="4" name="">
            <a:extLst xmlns:a="http://schemas.openxmlformats.org/drawingml/2006/main">
              <a:ext uri="{FF2B5EF4-FFF2-40B4-BE49-F238E27FC236}">
                <a16:creationId xmlns:a16="http://schemas.microsoft.com/office/drawing/2014/main" id="{C84D9B98-1BAF-4670-9A20-4945E4B23776}"/>
              </a:ext>
            </a:extLst>
          </p:cNvPr>
          <p:cNvSpPr>
            <a:spLocks xmlns:a="http://schemas.openxmlformats.org/drawingml/2006/main" noGrp="1"/>
          </p:cNvSpPr>
          <p:nvPr/>
        </p:nvSpPr>
        <p:spPr>
          <a:xfrm xmlns:a="http://schemas.openxmlformats.org/drawingml/2006/main">
            <a:off x="8667750" y="381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676A64"/>
                </a:solidFill>
                <a:latin typeface="Arial"/>
                <a:ea typeface="Arial"/>
                <a:cs typeface="Arial"/>
              </a:defRPr>
            </a:pPr>
            <a:r>
              <a:rPr sz="975" b="1">
                <a:solidFill>
                  <a:srgbClr val="676A64"/>
                </a:solidFill>
                <a:latin typeface="Arial"/>
                <a:ea typeface="Arial"/>
                <a:cs typeface="Arial"/>
              </a:rPr>
              <a:t>VALIDATE FIRST</a:t>
            </a:r>
          </a:p>
        </p:txBody>
      </p:sp>
      <p:sp>
        <p:nvSpPr>
          <p:cNvPr id="5" name="">
            <a:extLst xmlns:a="http://schemas.openxmlformats.org/drawingml/2006/main">
              <a:ext uri="{FF2B5EF4-FFF2-40B4-BE49-F238E27FC236}">
                <a16:creationId xmlns:a16="http://schemas.microsoft.com/office/drawing/2014/main" id="{F6BD3C54-6CE4-493E-90FC-07485174FFBD}"/>
              </a:ext>
            </a:extLst>
          </p:cNvPr>
          <p:cNvSpPr>
            <a:spLocks xmlns:a="http://schemas.openxmlformats.org/drawingml/2006/main" noGrp="1"/>
          </p:cNvSpPr>
          <p:nvPr/>
        </p:nvSpPr>
        <p:spPr>
          <a:xfrm xmlns:a="http://schemas.openxmlformats.org/drawingml/2006/main">
            <a:off x="609600" y="742950"/>
            <a:ext cx="10972800" cy="9525"/>
          </a:xfrm>
          <a:prstGeom xmlns:a="http://schemas.openxmlformats.org/drawingml/2006/main" prst="rect">
            <a:avLst/>
          </a:prstGeom>
          <a:solidFill xmlns:a="http://schemas.openxmlformats.org/drawingml/2006/main">
            <a:srgbClr val="C8C7B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4477B7E-60DD-435D-AA99-53D0B81D08A6}"/>
              </a:ext>
            </a:extLst>
          </p:cNvPr>
          <p:cNvSpPr>
            <a:spLocks xmlns:a="http://schemas.openxmlformats.org/drawingml/2006/main" noGrp="1"/>
          </p:cNvSpPr>
          <p:nvPr/>
        </p:nvSpPr>
        <p:spPr>
          <a:xfrm xmlns:a="http://schemas.openxmlformats.org/drawingml/2006/main">
            <a:off x="609600" y="64579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76A64"/>
                </a:solidFill>
                <a:latin typeface="Arial"/>
                <a:ea typeface="Arial"/>
                <a:cs typeface="Arial"/>
              </a:defRPr>
            </a:pPr>
            <a:r>
              <a:rPr sz="825" b="1">
                <a:solidFill>
                  <a:srgbClr val="676A64"/>
                </a:solidFill>
                <a:latin typeface="Arial"/>
                <a:ea typeface="Arial"/>
                <a:cs typeface="Arial"/>
              </a:rPr>
              <a:t>WORKSHOP 001  •  SCHEDULED 23 AUG 2026</a:t>
            </a:r>
          </a:p>
        </p:txBody>
      </p:sp>
      <p:sp>
        <p:nvSpPr>
          <p:cNvPr id="7" name="">
            <a:extLst xmlns:a="http://schemas.openxmlformats.org/drawingml/2006/main">
              <a:ext uri="{FF2B5EF4-FFF2-40B4-BE49-F238E27FC236}">
                <a16:creationId xmlns:a16="http://schemas.microsoft.com/office/drawing/2014/main" id="{3166594D-3156-4989-896D-1C6BB7148A72}"/>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676A64"/>
                </a:solidFill>
                <a:latin typeface="Courier New"/>
                <a:ea typeface="Courier New"/>
                <a:cs typeface="Courier New"/>
              </a:defRPr>
            </a:pPr>
            <a:r>
              <a:rPr sz="900" b="1">
                <a:solidFill>
                  <a:srgbClr val="676A64"/>
                </a:solidFill>
                <a:latin typeface="Courier New"/>
                <a:ea typeface="Courier New"/>
                <a:cs typeface="Courier New"/>
              </a:rPr>
              <a:t>05</a:t>
            </a:r>
          </a:p>
        </p:txBody>
      </p:sp>
      <p:sp>
        <p:nvSpPr>
          <p:cNvPr id="8" name="">
            <a:extLst xmlns:a="http://schemas.openxmlformats.org/drawingml/2006/main">
              <a:ext uri="{FF2B5EF4-FFF2-40B4-BE49-F238E27FC236}">
                <a16:creationId xmlns:a16="http://schemas.microsoft.com/office/drawing/2014/main" id="{7B3331DF-9697-4C19-8410-4714C7B26EB2}"/>
              </a:ext>
            </a:extLst>
          </p:cNvPr>
          <p:cNvSpPr>
            <a:spLocks xmlns:a="http://schemas.openxmlformats.org/drawingml/2006/main" noGrp="1"/>
          </p:cNvSpPr>
          <p:nvPr/>
        </p:nvSpPr>
        <p:spPr>
          <a:xfrm xmlns:a="http://schemas.openxmlformats.org/drawingml/2006/main">
            <a:off x="609600" y="1066800"/>
            <a:ext cx="895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150" b="1">
                <a:solidFill>
                  <a:srgbClr val="11110F"/>
                </a:solidFill>
                <a:latin typeface="Arial"/>
                <a:ea typeface="Arial"/>
                <a:cs typeface="Arial"/>
              </a:defRPr>
            </a:pPr>
            <a:r>
              <a:rPr sz="3150" b="1">
                <a:solidFill>
                  <a:srgbClr val="11110F"/>
                </a:solidFill>
                <a:latin typeface="Arial"/>
                <a:ea typeface="Arial"/>
                <a:cs typeface="Arial"/>
              </a:rPr>
              <a:t>Four checks before one coefficient</a:t>
            </a:r>
          </a:p>
        </p:txBody>
      </p:sp>
      <p:sp>
        <p:nvSpPr>
          <p:cNvPr id="9" name="">
            <a:extLst xmlns:a="http://schemas.openxmlformats.org/drawingml/2006/main">
              <a:ext uri="{FF2B5EF4-FFF2-40B4-BE49-F238E27FC236}">
                <a16:creationId xmlns:a16="http://schemas.microsoft.com/office/drawing/2014/main" id="{3DDC991A-E80C-4647-9C2F-00B35ACFB41C}"/>
              </a:ext>
            </a:extLst>
          </p:cNvPr>
          <p:cNvSpPr>
            <a:spLocks xmlns:a="http://schemas.openxmlformats.org/drawingml/2006/main" noGrp="1"/>
          </p:cNvSpPr>
          <p:nvPr/>
        </p:nvSpPr>
        <p:spPr>
          <a:xfrm xmlns:a="http://schemas.openxmlformats.org/drawingml/2006/main">
            <a:off x="609600" y="1981200"/>
            <a:ext cx="704850" cy="628650"/>
          </a:xfrm>
          <a:prstGeom xmlns:a="http://schemas.openxmlformats.org/drawingml/2006/main" prst="roundRect">
            <a:avLst>
              <a:gd name="adj" fmla="val 18182"/>
            </a:avLst>
          </a:prstGeom>
          <a:solidFill xmlns:a="http://schemas.openxmlformats.org/drawingml/2006/main">
            <a:srgbClr val="2448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913FCDA-52C9-4A02-9D18-9A2AFB549BA4}"/>
              </a:ext>
            </a:extLst>
          </p:cNvPr>
          <p:cNvSpPr>
            <a:spLocks xmlns:a="http://schemas.openxmlformats.org/drawingml/2006/main" noGrp="1"/>
          </p:cNvSpPr>
          <p:nvPr/>
        </p:nvSpPr>
        <p:spPr>
          <a:xfrm xmlns:a="http://schemas.openxmlformats.org/drawingml/2006/main">
            <a:off x="609600" y="21717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FFFFFF"/>
                </a:solidFill>
                <a:latin typeface="Courier New"/>
                <a:ea typeface="Courier New"/>
                <a:cs typeface="Courier New"/>
              </a:defRPr>
            </a:pPr>
            <a:r>
              <a:rPr sz="1200" b="1">
                <a:solidFill>
                  <a:srgbClr val="FFFFFF"/>
                </a:solidFill>
                <a:latin typeface="Courier New"/>
                <a:ea typeface="Courier New"/>
                <a:cs typeface="Courier New"/>
              </a:rPr>
              <a:t>01</a:t>
            </a:r>
          </a:p>
        </p:txBody>
      </p:sp>
      <p:sp>
        <p:nvSpPr>
          <p:cNvPr id="11" name="">
            <a:extLst xmlns:a="http://schemas.openxmlformats.org/drawingml/2006/main">
              <a:ext uri="{FF2B5EF4-FFF2-40B4-BE49-F238E27FC236}">
                <a16:creationId xmlns:a16="http://schemas.microsoft.com/office/drawing/2014/main" id="{B71F2788-B3F9-4CB4-AF52-1668049A7A24}"/>
              </a:ext>
            </a:extLst>
          </p:cNvPr>
          <p:cNvSpPr>
            <a:spLocks xmlns:a="http://schemas.openxmlformats.org/drawingml/2006/main" noGrp="1"/>
          </p:cNvSpPr>
          <p:nvPr/>
        </p:nvSpPr>
        <p:spPr>
          <a:xfrm xmlns:a="http://schemas.openxmlformats.org/drawingml/2006/main">
            <a:off x="1638300" y="2019300"/>
            <a:ext cx="3105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1110F"/>
                </a:solidFill>
                <a:latin typeface="Arial"/>
                <a:ea typeface="Arial"/>
                <a:cs typeface="Arial"/>
              </a:defRPr>
            </a:pPr>
            <a:r>
              <a:rPr sz="1575" b="1">
                <a:solidFill>
                  <a:srgbClr val="11110F"/>
                </a:solidFill>
                <a:latin typeface="Arial"/>
                <a:ea typeface="Arial"/>
                <a:cs typeface="Arial"/>
              </a:rPr>
              <a:t>ROW CONTRACT</a:t>
            </a:r>
          </a:p>
        </p:txBody>
      </p:sp>
      <p:sp>
        <p:nvSpPr>
          <p:cNvPr id="12" name="">
            <a:extLst xmlns:a="http://schemas.openxmlformats.org/drawingml/2006/main">
              <a:ext uri="{FF2B5EF4-FFF2-40B4-BE49-F238E27FC236}">
                <a16:creationId xmlns:a16="http://schemas.microsoft.com/office/drawing/2014/main" id="{7FD035C2-653C-4644-A45A-2BB3F1AFBEDB}"/>
              </a:ext>
            </a:extLst>
          </p:cNvPr>
          <p:cNvSpPr>
            <a:spLocks xmlns:a="http://schemas.openxmlformats.org/drawingml/2006/main" noGrp="1"/>
          </p:cNvSpPr>
          <p:nvPr/>
        </p:nvSpPr>
        <p:spPr>
          <a:xfrm xmlns:a="http://schemas.openxmlformats.org/drawingml/2006/main">
            <a:off x="4953000" y="2028825"/>
            <a:ext cx="6115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676A64"/>
                </a:solidFill>
                <a:latin typeface="Arial"/>
                <a:ea typeface="Arial"/>
                <a:cs typeface="Arial"/>
              </a:defRPr>
            </a:pPr>
            <a:r>
              <a:rPr sz="1425" b="0">
                <a:solidFill>
                  <a:srgbClr val="676A64"/>
                </a:solidFill>
                <a:latin typeface="Arial"/>
                <a:ea typeface="Arial"/>
                <a:cs typeface="Arial"/>
              </a:rPr>
              <a:t>56 rows; 8 × 7 balanced panel</a:t>
            </a:r>
          </a:p>
        </p:txBody>
      </p:sp>
      <p:sp>
        <p:nvSpPr>
          <p:cNvPr id="13" name="">
            <a:extLst xmlns:a="http://schemas.openxmlformats.org/drawingml/2006/main">
              <a:ext uri="{FF2B5EF4-FFF2-40B4-BE49-F238E27FC236}">
                <a16:creationId xmlns:a16="http://schemas.microsoft.com/office/drawing/2014/main" id="{D182B44F-7075-4232-AAE4-4B625ADE9AAC}"/>
              </a:ext>
            </a:extLst>
          </p:cNvPr>
          <p:cNvSpPr>
            <a:spLocks xmlns:a="http://schemas.openxmlformats.org/drawingml/2006/main" noGrp="1"/>
          </p:cNvSpPr>
          <p:nvPr/>
        </p:nvSpPr>
        <p:spPr>
          <a:xfrm xmlns:a="http://schemas.openxmlformats.org/drawingml/2006/main">
            <a:off x="1638300" y="2533650"/>
            <a:ext cx="9429750" cy="9525"/>
          </a:xfrm>
          <a:prstGeom xmlns:a="http://schemas.openxmlformats.org/drawingml/2006/main" prst="rect">
            <a:avLst/>
          </a:prstGeom>
          <a:solidFill xmlns:a="http://schemas.openxmlformats.org/drawingml/2006/main">
            <a:srgbClr val="C8C7B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B6163C0-2A58-498D-9A85-8417C8C0AC55}"/>
              </a:ext>
            </a:extLst>
          </p:cNvPr>
          <p:cNvSpPr>
            <a:spLocks xmlns:a="http://schemas.openxmlformats.org/drawingml/2006/main" noGrp="1"/>
          </p:cNvSpPr>
          <p:nvPr/>
        </p:nvSpPr>
        <p:spPr>
          <a:xfrm xmlns:a="http://schemas.openxmlformats.org/drawingml/2006/main">
            <a:off x="609600" y="2876550"/>
            <a:ext cx="704850" cy="628650"/>
          </a:xfrm>
          <a:prstGeom xmlns:a="http://schemas.openxmlformats.org/drawingml/2006/main" prst="roundRect">
            <a:avLst>
              <a:gd name="adj" fmla="val 18182"/>
            </a:avLst>
          </a:prstGeom>
          <a:solidFill xmlns:a="http://schemas.openxmlformats.org/drawingml/2006/main">
            <a:srgbClr val="2448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E253EBA-CBA8-4967-ACAF-10323C9F1943}"/>
              </a:ext>
            </a:extLst>
          </p:cNvPr>
          <p:cNvSpPr>
            <a:spLocks xmlns:a="http://schemas.openxmlformats.org/drawingml/2006/main" noGrp="1"/>
          </p:cNvSpPr>
          <p:nvPr/>
        </p:nvSpPr>
        <p:spPr>
          <a:xfrm xmlns:a="http://schemas.openxmlformats.org/drawingml/2006/main">
            <a:off x="609600" y="30670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FFFFFF"/>
                </a:solidFill>
                <a:latin typeface="Courier New"/>
                <a:ea typeface="Courier New"/>
                <a:cs typeface="Courier New"/>
              </a:defRPr>
            </a:pPr>
            <a:r>
              <a:rPr sz="1200" b="1">
                <a:solidFill>
                  <a:srgbClr val="FFFFFF"/>
                </a:solidFill>
                <a:latin typeface="Courier New"/>
                <a:ea typeface="Courier New"/>
                <a:cs typeface="Courier New"/>
              </a:rPr>
              <a:t>02</a:t>
            </a:r>
          </a:p>
        </p:txBody>
      </p:sp>
      <p:sp>
        <p:nvSpPr>
          <p:cNvPr id="16" name="">
            <a:extLst xmlns:a="http://schemas.openxmlformats.org/drawingml/2006/main">
              <a:ext uri="{FF2B5EF4-FFF2-40B4-BE49-F238E27FC236}">
                <a16:creationId xmlns:a16="http://schemas.microsoft.com/office/drawing/2014/main" id="{63A91596-9AAC-42DF-AB21-C833450E969E}"/>
              </a:ext>
            </a:extLst>
          </p:cNvPr>
          <p:cNvSpPr>
            <a:spLocks xmlns:a="http://schemas.openxmlformats.org/drawingml/2006/main" noGrp="1"/>
          </p:cNvSpPr>
          <p:nvPr/>
        </p:nvSpPr>
        <p:spPr>
          <a:xfrm xmlns:a="http://schemas.openxmlformats.org/drawingml/2006/main">
            <a:off x="1638300" y="2914650"/>
            <a:ext cx="3105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1110F"/>
                </a:solidFill>
                <a:latin typeface="Arial"/>
                <a:ea typeface="Arial"/>
                <a:cs typeface="Arial"/>
              </a:defRPr>
            </a:pPr>
            <a:r>
              <a:rPr sz="1575" b="1">
                <a:solidFill>
                  <a:srgbClr val="11110F"/>
                </a:solidFill>
                <a:latin typeface="Arial"/>
                <a:ea typeface="Arial"/>
                <a:cs typeface="Arial"/>
              </a:rPr>
              <a:t>UNIQUE KEYS</a:t>
            </a:r>
          </a:p>
        </p:txBody>
      </p:sp>
      <p:sp>
        <p:nvSpPr>
          <p:cNvPr id="17" name="">
            <a:extLst xmlns:a="http://schemas.openxmlformats.org/drawingml/2006/main">
              <a:ext uri="{FF2B5EF4-FFF2-40B4-BE49-F238E27FC236}">
                <a16:creationId xmlns:a16="http://schemas.microsoft.com/office/drawing/2014/main" id="{8BD26989-878F-4152-9FC0-0D753E860B79}"/>
              </a:ext>
            </a:extLst>
          </p:cNvPr>
          <p:cNvSpPr>
            <a:spLocks xmlns:a="http://schemas.openxmlformats.org/drawingml/2006/main" noGrp="1"/>
          </p:cNvSpPr>
          <p:nvPr/>
        </p:nvSpPr>
        <p:spPr>
          <a:xfrm xmlns:a="http://schemas.openxmlformats.org/drawingml/2006/main">
            <a:off x="4953000" y="2924175"/>
            <a:ext cx="6115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676A64"/>
                </a:solidFill>
                <a:latin typeface="Arial"/>
                <a:ea typeface="Arial"/>
                <a:cs typeface="Arial"/>
              </a:defRPr>
            </a:pPr>
            <a:r>
              <a:rPr sz="1425" b="0">
                <a:solidFill>
                  <a:srgbClr val="676A64"/>
                </a:solidFill>
                <a:latin typeface="Arial"/>
                <a:ea typeface="Arial"/>
                <a:cs typeface="Arial"/>
              </a:rPr>
              <a:t>No repeated region-year pair</a:t>
            </a:r>
          </a:p>
        </p:txBody>
      </p:sp>
      <p:sp>
        <p:nvSpPr>
          <p:cNvPr id="18" name="">
            <a:extLst xmlns:a="http://schemas.openxmlformats.org/drawingml/2006/main">
              <a:ext uri="{FF2B5EF4-FFF2-40B4-BE49-F238E27FC236}">
                <a16:creationId xmlns:a16="http://schemas.microsoft.com/office/drawing/2014/main" id="{8C07C226-758D-40D4-9F2F-AAEC45D5EEE8}"/>
              </a:ext>
            </a:extLst>
          </p:cNvPr>
          <p:cNvSpPr>
            <a:spLocks xmlns:a="http://schemas.openxmlformats.org/drawingml/2006/main" noGrp="1"/>
          </p:cNvSpPr>
          <p:nvPr/>
        </p:nvSpPr>
        <p:spPr>
          <a:xfrm xmlns:a="http://schemas.openxmlformats.org/drawingml/2006/main">
            <a:off x="1638300" y="3429000"/>
            <a:ext cx="9429750" cy="9525"/>
          </a:xfrm>
          <a:prstGeom xmlns:a="http://schemas.openxmlformats.org/drawingml/2006/main" prst="rect">
            <a:avLst/>
          </a:prstGeom>
          <a:solidFill xmlns:a="http://schemas.openxmlformats.org/drawingml/2006/main">
            <a:srgbClr val="C8C7B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1881A8B-C1C8-4E3F-860F-207A2346FEBB}"/>
              </a:ext>
            </a:extLst>
          </p:cNvPr>
          <p:cNvSpPr>
            <a:spLocks xmlns:a="http://schemas.openxmlformats.org/drawingml/2006/main" noGrp="1"/>
          </p:cNvSpPr>
          <p:nvPr/>
        </p:nvSpPr>
        <p:spPr>
          <a:xfrm xmlns:a="http://schemas.openxmlformats.org/drawingml/2006/main">
            <a:off x="609600" y="3771900"/>
            <a:ext cx="704850" cy="628650"/>
          </a:xfrm>
          <a:prstGeom xmlns:a="http://schemas.openxmlformats.org/drawingml/2006/main" prst="roundRect">
            <a:avLst>
              <a:gd name="adj" fmla="val 18182"/>
            </a:avLst>
          </a:prstGeom>
          <a:solidFill xmlns:a="http://schemas.openxmlformats.org/drawingml/2006/main">
            <a:srgbClr val="2448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070803C-1F61-446C-9E84-6614FF15245E}"/>
              </a:ext>
            </a:extLst>
          </p:cNvPr>
          <p:cNvSpPr>
            <a:spLocks xmlns:a="http://schemas.openxmlformats.org/drawingml/2006/main" noGrp="1"/>
          </p:cNvSpPr>
          <p:nvPr/>
        </p:nvSpPr>
        <p:spPr>
          <a:xfrm xmlns:a="http://schemas.openxmlformats.org/drawingml/2006/main">
            <a:off x="609600" y="39624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FFFFFF"/>
                </a:solidFill>
                <a:latin typeface="Courier New"/>
                <a:ea typeface="Courier New"/>
                <a:cs typeface="Courier New"/>
              </a:defRPr>
            </a:pPr>
            <a:r>
              <a:rPr sz="1200" b="1">
                <a:solidFill>
                  <a:srgbClr val="FFFFFF"/>
                </a:solidFill>
                <a:latin typeface="Courier New"/>
                <a:ea typeface="Courier New"/>
                <a:cs typeface="Courier New"/>
              </a:rPr>
              <a:t>03</a:t>
            </a:r>
          </a:p>
        </p:txBody>
      </p:sp>
      <p:sp>
        <p:nvSpPr>
          <p:cNvPr id="21" name="">
            <a:extLst xmlns:a="http://schemas.openxmlformats.org/drawingml/2006/main">
              <a:ext uri="{FF2B5EF4-FFF2-40B4-BE49-F238E27FC236}">
                <a16:creationId xmlns:a16="http://schemas.microsoft.com/office/drawing/2014/main" id="{6E80586E-1CFF-4300-A667-186287F7100B}"/>
              </a:ext>
            </a:extLst>
          </p:cNvPr>
          <p:cNvSpPr>
            <a:spLocks xmlns:a="http://schemas.openxmlformats.org/drawingml/2006/main" noGrp="1"/>
          </p:cNvSpPr>
          <p:nvPr/>
        </p:nvSpPr>
        <p:spPr>
          <a:xfrm xmlns:a="http://schemas.openxmlformats.org/drawingml/2006/main">
            <a:off x="1638300" y="3810000"/>
            <a:ext cx="3105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1110F"/>
                </a:solidFill>
                <a:latin typeface="Arial"/>
                <a:ea typeface="Arial"/>
                <a:cs typeface="Arial"/>
              </a:defRPr>
            </a:pPr>
            <a:r>
              <a:rPr sz="1575" b="1">
                <a:solidFill>
                  <a:srgbClr val="11110F"/>
                </a:solidFill>
                <a:latin typeface="Arial"/>
                <a:ea typeface="Arial"/>
                <a:cs typeface="Arial"/>
              </a:rPr>
              <a:t>TREATMENT LOGIC</a:t>
            </a:r>
          </a:p>
        </p:txBody>
      </p:sp>
      <p:sp>
        <p:nvSpPr>
          <p:cNvPr id="22" name="">
            <a:extLst xmlns:a="http://schemas.openxmlformats.org/drawingml/2006/main">
              <a:ext uri="{FF2B5EF4-FFF2-40B4-BE49-F238E27FC236}">
                <a16:creationId xmlns:a16="http://schemas.microsoft.com/office/drawing/2014/main" id="{D4CB1656-DBF2-4E78-AFC4-84B2E7857088}"/>
              </a:ext>
            </a:extLst>
          </p:cNvPr>
          <p:cNvSpPr>
            <a:spLocks xmlns:a="http://schemas.openxmlformats.org/drawingml/2006/main" noGrp="1"/>
          </p:cNvSpPr>
          <p:nvPr/>
        </p:nvSpPr>
        <p:spPr>
          <a:xfrm xmlns:a="http://schemas.openxmlformats.org/drawingml/2006/main">
            <a:off x="4953000" y="3819525"/>
            <a:ext cx="6115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676A64"/>
                </a:solidFill>
                <a:latin typeface="Arial"/>
                <a:ea typeface="Arial"/>
                <a:cs typeface="Arial"/>
              </a:defRPr>
            </a:pPr>
            <a:r>
              <a:rPr sz="1425" b="0">
                <a:solidFill>
                  <a:srgbClr val="676A64"/>
                </a:solidFill>
                <a:latin typeface="Arial"/>
                <a:ea typeface="Arial"/>
                <a:cs typeface="Arial"/>
              </a:rPr>
              <a:t>treated constant; post switches in 2022</a:t>
            </a:r>
          </a:p>
        </p:txBody>
      </p:sp>
      <p:sp>
        <p:nvSpPr>
          <p:cNvPr id="23" name="">
            <a:extLst xmlns:a="http://schemas.openxmlformats.org/drawingml/2006/main">
              <a:ext uri="{FF2B5EF4-FFF2-40B4-BE49-F238E27FC236}">
                <a16:creationId xmlns:a16="http://schemas.microsoft.com/office/drawing/2014/main" id="{9A24FA31-9646-408F-87C3-DF43450105E4}"/>
              </a:ext>
            </a:extLst>
          </p:cNvPr>
          <p:cNvSpPr>
            <a:spLocks xmlns:a="http://schemas.openxmlformats.org/drawingml/2006/main" noGrp="1"/>
          </p:cNvSpPr>
          <p:nvPr/>
        </p:nvSpPr>
        <p:spPr>
          <a:xfrm xmlns:a="http://schemas.openxmlformats.org/drawingml/2006/main">
            <a:off x="1638300" y="4324350"/>
            <a:ext cx="9429750" cy="9525"/>
          </a:xfrm>
          <a:prstGeom xmlns:a="http://schemas.openxmlformats.org/drawingml/2006/main" prst="rect">
            <a:avLst/>
          </a:prstGeom>
          <a:solidFill xmlns:a="http://schemas.openxmlformats.org/drawingml/2006/main">
            <a:srgbClr val="C8C7B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CEA2416-5A33-4723-9E2D-8A198BFA0CF6}"/>
              </a:ext>
            </a:extLst>
          </p:cNvPr>
          <p:cNvSpPr>
            <a:spLocks xmlns:a="http://schemas.openxmlformats.org/drawingml/2006/main" noGrp="1"/>
          </p:cNvSpPr>
          <p:nvPr/>
        </p:nvSpPr>
        <p:spPr>
          <a:xfrm xmlns:a="http://schemas.openxmlformats.org/drawingml/2006/main">
            <a:off x="609600" y="4667250"/>
            <a:ext cx="704850" cy="628650"/>
          </a:xfrm>
          <a:prstGeom xmlns:a="http://schemas.openxmlformats.org/drawingml/2006/main" prst="roundRect">
            <a:avLst>
              <a:gd name="adj" fmla="val 18182"/>
            </a:avLst>
          </a:prstGeom>
          <a:solidFill xmlns:a="http://schemas.openxmlformats.org/drawingml/2006/main">
            <a:srgbClr val="D8FF4E"/>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914ECAF5-10A3-4F27-9D30-9FDC2AE2F9D2}"/>
              </a:ext>
            </a:extLst>
          </p:cNvPr>
          <p:cNvSpPr>
            <a:spLocks xmlns:a="http://schemas.openxmlformats.org/drawingml/2006/main" noGrp="1"/>
          </p:cNvSpPr>
          <p:nvPr/>
        </p:nvSpPr>
        <p:spPr>
          <a:xfrm xmlns:a="http://schemas.openxmlformats.org/drawingml/2006/main">
            <a:off x="609600" y="48577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11110F"/>
                </a:solidFill>
                <a:latin typeface="Courier New"/>
                <a:ea typeface="Courier New"/>
                <a:cs typeface="Courier New"/>
              </a:defRPr>
            </a:pPr>
            <a:r>
              <a:rPr sz="1200" b="1">
                <a:solidFill>
                  <a:srgbClr val="11110F"/>
                </a:solidFill>
                <a:latin typeface="Courier New"/>
                <a:ea typeface="Courier New"/>
                <a:cs typeface="Courier New"/>
              </a:rPr>
              <a:t>04</a:t>
            </a:r>
          </a:p>
        </p:txBody>
      </p:sp>
      <p:sp>
        <p:nvSpPr>
          <p:cNvPr id="26" name="">
            <a:extLst xmlns:a="http://schemas.openxmlformats.org/drawingml/2006/main">
              <a:ext uri="{FF2B5EF4-FFF2-40B4-BE49-F238E27FC236}">
                <a16:creationId xmlns:a16="http://schemas.microsoft.com/office/drawing/2014/main" id="{BF983B69-B6A7-4029-B6D5-6AC21AADAB2B}"/>
              </a:ext>
            </a:extLst>
          </p:cNvPr>
          <p:cNvSpPr>
            <a:spLocks xmlns:a="http://schemas.openxmlformats.org/drawingml/2006/main" noGrp="1"/>
          </p:cNvSpPr>
          <p:nvPr/>
        </p:nvSpPr>
        <p:spPr>
          <a:xfrm xmlns:a="http://schemas.openxmlformats.org/drawingml/2006/main">
            <a:off x="1638300" y="4705350"/>
            <a:ext cx="3105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1110F"/>
                </a:solidFill>
                <a:latin typeface="Arial"/>
                <a:ea typeface="Arial"/>
                <a:cs typeface="Arial"/>
              </a:defRPr>
            </a:pPr>
            <a:r>
              <a:rPr sz="1575" b="1">
                <a:solidFill>
                  <a:srgbClr val="11110F"/>
                </a:solidFill>
                <a:latin typeface="Arial"/>
                <a:ea typeface="Arial"/>
                <a:cs typeface="Arial"/>
              </a:rPr>
              <a:t>MISSINGNESS</a:t>
            </a:r>
          </a:p>
        </p:txBody>
      </p:sp>
      <p:sp>
        <p:nvSpPr>
          <p:cNvPr id="27" name="">
            <a:extLst xmlns:a="http://schemas.openxmlformats.org/drawingml/2006/main">
              <a:ext uri="{FF2B5EF4-FFF2-40B4-BE49-F238E27FC236}">
                <a16:creationId xmlns:a16="http://schemas.microsoft.com/office/drawing/2014/main" id="{E4664AF0-FFEB-4A06-8A9A-8143BF733FFA}"/>
              </a:ext>
            </a:extLst>
          </p:cNvPr>
          <p:cNvSpPr>
            <a:spLocks xmlns:a="http://schemas.openxmlformats.org/drawingml/2006/main" noGrp="1"/>
          </p:cNvSpPr>
          <p:nvPr/>
        </p:nvSpPr>
        <p:spPr>
          <a:xfrm xmlns:a="http://schemas.openxmlformats.org/drawingml/2006/main">
            <a:off x="4953000" y="4714875"/>
            <a:ext cx="6115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676A64"/>
                </a:solidFill>
                <a:latin typeface="Arial"/>
                <a:ea typeface="Arial"/>
                <a:cs typeface="Arial"/>
              </a:defRPr>
            </a:pPr>
            <a:r>
              <a:rPr sz="1425" b="0">
                <a:solidFill>
                  <a:srgbClr val="676A64"/>
                </a:solidFill>
                <a:latin typeface="Arial"/>
                <a:ea typeface="Arial"/>
                <a:cs typeface="Arial"/>
              </a:rPr>
              <a:t>No missing values in supplied panel</a:t>
            </a:r>
          </a:p>
        </p:txBody>
      </p:sp>
      <p:sp>
        <p:nvSpPr>
          <p:cNvPr id="28" name="">
            <a:extLst xmlns:a="http://schemas.openxmlformats.org/drawingml/2006/main">
              <a:ext uri="{FF2B5EF4-FFF2-40B4-BE49-F238E27FC236}">
                <a16:creationId xmlns:a16="http://schemas.microsoft.com/office/drawing/2014/main" id="{035DC47E-4417-422C-B1F4-81BEC9AD84C8}"/>
              </a:ext>
            </a:extLst>
          </p:cNvPr>
          <p:cNvSpPr>
            <a:spLocks xmlns:a="http://schemas.openxmlformats.org/drawingml/2006/main" noGrp="1"/>
          </p:cNvSpPr>
          <p:nvPr/>
        </p:nvSpPr>
        <p:spPr>
          <a:xfrm xmlns:a="http://schemas.openxmlformats.org/drawingml/2006/main">
            <a:off x="1638300" y="5219700"/>
            <a:ext cx="9429750" cy="9525"/>
          </a:xfrm>
          <a:prstGeom xmlns:a="http://schemas.openxmlformats.org/drawingml/2006/main" prst="rect">
            <a:avLst/>
          </a:prstGeom>
          <a:solidFill xmlns:a="http://schemas.openxmlformats.org/drawingml/2006/main">
            <a:srgbClr val="C8C7BF"/>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E831A0C1-C864-45D3-991B-A454CD3ED442}"/>
              </a:ext>
            </a:extLst>
          </p:cNvPr>
          <p:cNvSpPr>
            <a:spLocks xmlns:a="http://schemas.openxmlformats.org/drawingml/2006/main" noGrp="1"/>
          </p:cNvSpPr>
          <p:nvPr/>
        </p:nvSpPr>
        <p:spPr>
          <a:xfrm xmlns:a="http://schemas.openxmlformats.org/drawingml/2006/main">
            <a:off x="9486900" y="5619750"/>
            <a:ext cx="152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2100" b="1">
                <a:solidFill>
                  <a:srgbClr val="FF5D5D"/>
                </a:solidFill>
                <a:latin typeface="Arial"/>
                <a:ea typeface="Arial"/>
                <a:cs typeface="Arial"/>
              </a:defRPr>
            </a:pPr>
            <a:r>
              <a:rPr sz="2100" b="1">
                <a:solidFill>
                  <a:srgbClr val="FF5D5D"/>
                </a:solidFill>
                <a:latin typeface="Arial"/>
                <a:ea typeface="Arial"/>
                <a:cs typeface="Arial"/>
              </a:rPr>
              <a:t>STOP</a:t>
            </a:r>
          </a:p>
        </p:txBody>
      </p:sp>
      <p:sp>
        <p:nvSpPr>
          <p:cNvPr id="30" name="">
            <a:extLst xmlns:a="http://schemas.openxmlformats.org/drawingml/2006/main">
              <a:ext uri="{FF2B5EF4-FFF2-40B4-BE49-F238E27FC236}">
                <a16:creationId xmlns:a16="http://schemas.microsoft.com/office/drawing/2014/main" id="{798673F1-B5E7-4062-B33B-655329D2EC4A}"/>
              </a:ext>
            </a:extLst>
          </p:cNvPr>
          <p:cNvSpPr>
            <a:spLocks xmlns:a="http://schemas.openxmlformats.org/drawingml/2006/main" noGrp="1"/>
          </p:cNvSpPr>
          <p:nvPr/>
        </p:nvSpPr>
        <p:spPr>
          <a:xfrm xmlns:a="http://schemas.openxmlformats.org/drawingml/2006/main">
            <a:off x="609600" y="5657850"/>
            <a:ext cx="809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10F"/>
                </a:solidFill>
                <a:latin typeface="Arial"/>
                <a:ea typeface="Arial"/>
                <a:cs typeface="Arial"/>
              </a:defRPr>
            </a:pPr>
            <a:r>
              <a:rPr sz="1500" b="1">
                <a:solidFill>
                  <a:srgbClr val="11110F"/>
                </a:solidFill>
                <a:latin typeface="Arial"/>
                <a:ea typeface="Arial"/>
                <a:cs typeface="Arial"/>
              </a:rPr>
              <a:t>If any check fails, fix or document it before estimating.</a:t>
            </a:r>
          </a:p>
        </p:txBody>
      </p:sp>
    </p:spTree>
    <p:extLst>
      <p:ext uri="{BB962C8B-B14F-4D97-AF65-F5344CB8AC3E}">
        <p14:creationId xmlns:p14="http://schemas.microsoft.com/office/powerpoint/2010/main" val="1308067181"/>
      </p:ext>
    </p:extLst>
  </p:cSld>
</p:sld>
</file>

<file path=ppt/slides/slide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F6964565-16F1-4A5C-95BC-6A141ADDED37}"/>
              </a:ext>
            </a:extLst>
          </p:cNvPr>
          <p:cNvSpPr>
            <a:spLocks xmlns:a="http://schemas.openxmlformats.org/drawingml/2006/main" noGrp="1"/>
          </p:cNvSpPr>
          <p:nvPr/>
        </p:nvSpPr>
        <p:spPr>
          <a:xfrm xmlns:a="http://schemas.openxmlformats.org/drawingml/2006/main">
            <a:off x="609600" y="361950"/>
            <a:ext cx="266700" cy="266700"/>
          </a:xfrm>
          <a:prstGeom xmlns:a="http://schemas.openxmlformats.org/drawingml/2006/main" prst="rect">
            <a:avLst/>
          </a:prstGeom>
          <a:solidFill xmlns:a="http://schemas.openxmlformats.org/drawingml/2006/main">
            <a:srgbClr val="2448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B8300A8-BFB3-4166-9323-5A6BEFBDE00C}"/>
              </a:ext>
            </a:extLst>
          </p:cNvPr>
          <p:cNvSpPr>
            <a:spLocks xmlns:a="http://schemas.openxmlformats.org/drawingml/2006/main" noGrp="1"/>
          </p:cNvSpPr>
          <p:nvPr/>
        </p:nvSpPr>
        <p:spPr>
          <a:xfrm xmlns:a="http://schemas.openxmlformats.org/drawingml/2006/main">
            <a:off x="685800" y="438150"/>
            <a:ext cx="114300" cy="114300"/>
          </a:xfrm>
          <a:prstGeom xmlns:a="http://schemas.openxmlformats.org/drawingml/2006/main" prst="rect">
            <a:avLst/>
          </a:prstGeom>
          <a:solidFill xmlns:a="http://schemas.openxmlformats.org/drawingml/2006/main">
            <a:srgbClr val="F4F1E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1A13DFC-3294-47C6-970A-19B1D266A9B4}"/>
              </a:ext>
            </a:extLst>
          </p:cNvPr>
          <p:cNvSpPr>
            <a:spLocks xmlns:a="http://schemas.openxmlformats.org/drawingml/2006/main" noGrp="1"/>
          </p:cNvSpPr>
          <p:nvPr/>
        </p:nvSpPr>
        <p:spPr>
          <a:xfrm xmlns:a="http://schemas.openxmlformats.org/drawingml/2006/main">
            <a:off x="990600" y="3810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11110F"/>
                </a:solidFill>
                <a:latin typeface="Arial"/>
                <a:ea typeface="Arial"/>
                <a:cs typeface="Arial"/>
              </a:defRPr>
            </a:pPr>
            <a:r>
              <a:rPr sz="1050" b="1">
                <a:solidFill>
                  <a:srgbClr val="11110F"/>
                </a:solidFill>
                <a:latin typeface="Arial"/>
                <a:ea typeface="Arial"/>
                <a:cs typeface="Arial"/>
              </a:rPr>
              <a:t>MENA OPEN DATA &amp; EVIDENCE LAB</a:t>
            </a:r>
          </a:p>
        </p:txBody>
      </p:sp>
      <p:sp>
        <p:nvSpPr>
          <p:cNvPr id="4" name="">
            <a:extLst xmlns:a="http://schemas.openxmlformats.org/drawingml/2006/main">
              <a:ext uri="{FF2B5EF4-FFF2-40B4-BE49-F238E27FC236}">
                <a16:creationId xmlns:a16="http://schemas.microsoft.com/office/drawing/2014/main" id="{AAF57745-7129-4C54-AE4C-B01C35EC3A28}"/>
              </a:ext>
            </a:extLst>
          </p:cNvPr>
          <p:cNvSpPr>
            <a:spLocks xmlns:a="http://schemas.openxmlformats.org/drawingml/2006/main" noGrp="1"/>
          </p:cNvSpPr>
          <p:nvPr/>
        </p:nvSpPr>
        <p:spPr>
          <a:xfrm xmlns:a="http://schemas.openxmlformats.org/drawingml/2006/main">
            <a:off x="8667750" y="381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676A64"/>
                </a:solidFill>
                <a:latin typeface="Arial"/>
                <a:ea typeface="Arial"/>
                <a:cs typeface="Arial"/>
              </a:defRPr>
            </a:pPr>
            <a:r>
              <a:rPr sz="975" b="1">
                <a:solidFill>
                  <a:srgbClr val="676A64"/>
                </a:solidFill>
                <a:latin typeface="Arial"/>
                <a:ea typeface="Arial"/>
                <a:cs typeface="Arial"/>
              </a:rPr>
              <a:t>BUILD THE ESTIMAND</a:t>
            </a:r>
          </a:p>
        </p:txBody>
      </p:sp>
      <p:sp>
        <p:nvSpPr>
          <p:cNvPr id="5" name="">
            <a:extLst xmlns:a="http://schemas.openxmlformats.org/drawingml/2006/main">
              <a:ext uri="{FF2B5EF4-FFF2-40B4-BE49-F238E27FC236}">
                <a16:creationId xmlns:a16="http://schemas.microsoft.com/office/drawing/2014/main" id="{02C2DA63-7B0C-4F88-ACDC-45F61E184D02}"/>
              </a:ext>
            </a:extLst>
          </p:cNvPr>
          <p:cNvSpPr>
            <a:spLocks xmlns:a="http://schemas.openxmlformats.org/drawingml/2006/main" noGrp="1"/>
          </p:cNvSpPr>
          <p:nvPr/>
        </p:nvSpPr>
        <p:spPr>
          <a:xfrm xmlns:a="http://schemas.openxmlformats.org/drawingml/2006/main">
            <a:off x="609600" y="742950"/>
            <a:ext cx="10972800" cy="9525"/>
          </a:xfrm>
          <a:prstGeom xmlns:a="http://schemas.openxmlformats.org/drawingml/2006/main" prst="rect">
            <a:avLst/>
          </a:prstGeom>
          <a:solidFill xmlns:a="http://schemas.openxmlformats.org/drawingml/2006/main">
            <a:srgbClr val="C8C7B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A8D6509-E6A3-4C47-BBB1-A6519CDB8EC1}"/>
              </a:ext>
            </a:extLst>
          </p:cNvPr>
          <p:cNvSpPr>
            <a:spLocks xmlns:a="http://schemas.openxmlformats.org/drawingml/2006/main" noGrp="1"/>
          </p:cNvSpPr>
          <p:nvPr/>
        </p:nvSpPr>
        <p:spPr>
          <a:xfrm xmlns:a="http://schemas.openxmlformats.org/drawingml/2006/main">
            <a:off x="609600" y="64579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76A64"/>
                </a:solidFill>
                <a:latin typeface="Arial"/>
                <a:ea typeface="Arial"/>
                <a:cs typeface="Arial"/>
              </a:defRPr>
            </a:pPr>
            <a:r>
              <a:rPr sz="825" b="1">
                <a:solidFill>
                  <a:srgbClr val="676A64"/>
                </a:solidFill>
                <a:latin typeface="Arial"/>
                <a:ea typeface="Arial"/>
                <a:cs typeface="Arial"/>
              </a:rPr>
              <a:t>WORKSHOP 001  •  SCHEDULED 23 AUG 2026</a:t>
            </a:r>
          </a:p>
        </p:txBody>
      </p:sp>
      <p:sp>
        <p:nvSpPr>
          <p:cNvPr id="7" name="">
            <a:extLst xmlns:a="http://schemas.openxmlformats.org/drawingml/2006/main">
              <a:ext uri="{FF2B5EF4-FFF2-40B4-BE49-F238E27FC236}">
                <a16:creationId xmlns:a16="http://schemas.microsoft.com/office/drawing/2014/main" id="{05C6B8FE-B44D-4E0C-A169-AF37D0598551}"/>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676A64"/>
                </a:solidFill>
                <a:latin typeface="Courier New"/>
                <a:ea typeface="Courier New"/>
                <a:cs typeface="Courier New"/>
              </a:defRPr>
            </a:pPr>
            <a:r>
              <a:rPr sz="900" b="1">
                <a:solidFill>
                  <a:srgbClr val="676A64"/>
                </a:solidFill>
                <a:latin typeface="Courier New"/>
                <a:ea typeface="Courier New"/>
                <a:cs typeface="Courier New"/>
              </a:rPr>
              <a:t>06</a:t>
            </a:r>
          </a:p>
        </p:txBody>
      </p:sp>
      <p:sp>
        <p:nvSpPr>
          <p:cNvPr id="8" name="">
            <a:extLst xmlns:a="http://schemas.openxmlformats.org/drawingml/2006/main">
              <a:ext uri="{FF2B5EF4-FFF2-40B4-BE49-F238E27FC236}">
                <a16:creationId xmlns:a16="http://schemas.microsoft.com/office/drawing/2014/main" id="{2A811C5B-3A04-4170-8325-88853E8426BE}"/>
              </a:ext>
            </a:extLst>
          </p:cNvPr>
          <p:cNvSpPr>
            <a:spLocks xmlns:a="http://schemas.openxmlformats.org/drawingml/2006/main" noGrp="1"/>
          </p:cNvSpPr>
          <p:nvPr/>
        </p:nvSpPr>
        <p:spPr>
          <a:xfrm xmlns:a="http://schemas.openxmlformats.org/drawingml/2006/main">
            <a:off x="609600" y="106680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150" b="1">
                <a:solidFill>
                  <a:srgbClr val="11110F"/>
                </a:solidFill>
                <a:latin typeface="Arial"/>
                <a:ea typeface="Arial"/>
                <a:cs typeface="Arial"/>
              </a:defRPr>
            </a:pPr>
            <a:r>
              <a:rPr sz="3150" b="1">
                <a:solidFill>
                  <a:srgbClr val="11110F"/>
                </a:solidFill>
                <a:latin typeface="Arial"/>
                <a:ea typeface="Arial"/>
                <a:cs typeface="Arial"/>
              </a:rPr>
              <a:t>Calculate the four means by hand</a:t>
            </a:r>
          </a:p>
        </p:txBody>
      </p:sp>
      <p:sp>
        <p:nvSpPr>
          <p:cNvPr id="9" name="">
            <a:extLst xmlns:a="http://schemas.openxmlformats.org/drawingml/2006/main">
              <a:ext uri="{FF2B5EF4-FFF2-40B4-BE49-F238E27FC236}">
                <a16:creationId xmlns:a16="http://schemas.microsoft.com/office/drawing/2014/main" id="{5E02BEA9-E06A-4627-BFDE-FD5CBFAC0F96}"/>
              </a:ext>
            </a:extLst>
          </p:cNvPr>
          <p:cNvSpPr>
            <a:spLocks xmlns:a="http://schemas.openxmlformats.org/drawingml/2006/main" noGrp="1"/>
          </p:cNvSpPr>
          <p:nvPr/>
        </p:nvSpPr>
        <p:spPr>
          <a:xfrm xmlns:a="http://schemas.openxmlformats.org/drawingml/2006/main">
            <a:off x="609600" y="2038350"/>
            <a:ext cx="5143500" cy="1276350"/>
          </a:xfrm>
          <a:prstGeom xmlns:a="http://schemas.openxmlformats.org/drawingml/2006/main" prst="roundRect">
            <a:avLst>
              <a:gd name="adj" fmla="val 8955"/>
            </a:avLst>
          </a:prstGeom>
          <a:solidFill xmlns:a="http://schemas.openxmlformats.org/drawingml/2006/main">
            <a:srgbClr val="FFFFFF"/>
          </a:solidFill>
          <a:ln xmlns:a="http://schemas.openxmlformats.org/drawingml/2006/main" w="9525">
            <a:solidFill>
              <a:srgbClr val="C8C7BF"/>
            </a:solidFill>
            <a:prstDash val="solid"/>
          </a:ln>
        </p:spPr>
      </p:sp>
      <p:sp>
        <p:nvSpPr>
          <p:cNvPr id="10" name="">
            <a:extLst xmlns:a="http://schemas.openxmlformats.org/drawingml/2006/main">
              <a:ext uri="{FF2B5EF4-FFF2-40B4-BE49-F238E27FC236}">
                <a16:creationId xmlns:a16="http://schemas.microsoft.com/office/drawing/2014/main" id="{BDE7657D-6A23-435A-9BF8-DF80142E0FB2}"/>
              </a:ext>
            </a:extLst>
          </p:cNvPr>
          <p:cNvSpPr>
            <a:spLocks xmlns:a="http://schemas.openxmlformats.org/drawingml/2006/main" noGrp="1"/>
          </p:cNvSpPr>
          <p:nvPr/>
        </p:nvSpPr>
        <p:spPr>
          <a:xfrm xmlns:a="http://schemas.openxmlformats.org/drawingml/2006/main">
            <a:off x="838200" y="2247900"/>
            <a:ext cx="1790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448FF"/>
                </a:solidFill>
                <a:latin typeface="Arial"/>
                <a:ea typeface="Arial"/>
                <a:cs typeface="Arial"/>
              </a:defRPr>
            </a:pPr>
            <a:r>
              <a:rPr sz="1050" b="1">
                <a:solidFill>
                  <a:srgbClr val="2448FF"/>
                </a:solidFill>
                <a:latin typeface="Arial"/>
                <a:ea typeface="Arial"/>
                <a:cs typeface="Arial"/>
              </a:rPr>
              <a:t>TREATED</a:t>
            </a:r>
          </a:p>
        </p:txBody>
      </p:sp>
      <p:sp>
        <p:nvSpPr>
          <p:cNvPr id="11" name="">
            <a:extLst xmlns:a="http://schemas.openxmlformats.org/drawingml/2006/main">
              <a:ext uri="{FF2B5EF4-FFF2-40B4-BE49-F238E27FC236}">
                <a16:creationId xmlns:a16="http://schemas.microsoft.com/office/drawing/2014/main" id="{62B0B7D7-F1A0-4EBE-B2FD-BA4F209DEE06}"/>
              </a:ext>
            </a:extLst>
          </p:cNvPr>
          <p:cNvSpPr>
            <a:spLocks xmlns:a="http://schemas.openxmlformats.org/drawingml/2006/main" noGrp="1"/>
          </p:cNvSpPr>
          <p:nvPr/>
        </p:nvSpPr>
        <p:spPr>
          <a:xfrm xmlns:a="http://schemas.openxmlformats.org/drawingml/2006/main">
            <a:off x="2705100" y="22479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676A64"/>
                </a:solidFill>
                <a:latin typeface="Arial"/>
                <a:ea typeface="Arial"/>
                <a:cs typeface="Arial"/>
              </a:defRPr>
            </a:pPr>
            <a:r>
              <a:rPr sz="1050" b="1">
                <a:solidFill>
                  <a:srgbClr val="676A64"/>
                </a:solidFill>
                <a:latin typeface="Arial"/>
                <a:ea typeface="Arial"/>
                <a:cs typeface="Arial"/>
              </a:rPr>
              <a:t>PRE</a:t>
            </a:r>
          </a:p>
        </p:txBody>
      </p:sp>
      <p:sp>
        <p:nvSpPr>
          <p:cNvPr id="12" name="">
            <a:extLst xmlns:a="http://schemas.openxmlformats.org/drawingml/2006/main">
              <a:ext uri="{FF2B5EF4-FFF2-40B4-BE49-F238E27FC236}">
                <a16:creationId xmlns:a16="http://schemas.microsoft.com/office/drawing/2014/main" id="{7616D7D8-4EE6-4B17-9AB4-B2D39E4DF196}"/>
              </a:ext>
            </a:extLst>
          </p:cNvPr>
          <p:cNvSpPr>
            <a:spLocks xmlns:a="http://schemas.openxmlformats.org/drawingml/2006/main" noGrp="1"/>
          </p:cNvSpPr>
          <p:nvPr/>
        </p:nvSpPr>
        <p:spPr>
          <a:xfrm xmlns:a="http://schemas.openxmlformats.org/drawingml/2006/main">
            <a:off x="838200" y="2628900"/>
            <a:ext cx="4686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1110F"/>
                </a:solidFill>
                <a:latin typeface="Courier New"/>
                <a:ea typeface="Courier New"/>
                <a:cs typeface="Courier New"/>
              </a:defRPr>
            </a:pPr>
            <a:r>
              <a:rPr sz="2775" b="1">
                <a:solidFill>
                  <a:srgbClr val="11110F"/>
                </a:solidFill>
                <a:latin typeface="Courier New"/>
                <a:ea typeface="Courier New"/>
                <a:cs typeface="Courier New"/>
              </a:rPr>
              <a:t>59.690625</a:t>
            </a:r>
          </a:p>
        </p:txBody>
      </p:sp>
      <p:sp>
        <p:nvSpPr>
          <p:cNvPr id="13" name="">
            <a:extLst xmlns:a="http://schemas.openxmlformats.org/drawingml/2006/main">
              <a:ext uri="{FF2B5EF4-FFF2-40B4-BE49-F238E27FC236}">
                <a16:creationId xmlns:a16="http://schemas.microsoft.com/office/drawing/2014/main" id="{F9E71763-FDD9-48CA-968D-0370181AF540}"/>
              </a:ext>
            </a:extLst>
          </p:cNvPr>
          <p:cNvSpPr>
            <a:spLocks xmlns:a="http://schemas.openxmlformats.org/drawingml/2006/main" noGrp="1"/>
          </p:cNvSpPr>
          <p:nvPr/>
        </p:nvSpPr>
        <p:spPr>
          <a:xfrm xmlns:a="http://schemas.openxmlformats.org/drawingml/2006/main">
            <a:off x="6076950" y="2038350"/>
            <a:ext cx="5143500" cy="1276350"/>
          </a:xfrm>
          <a:prstGeom xmlns:a="http://schemas.openxmlformats.org/drawingml/2006/main" prst="roundRect">
            <a:avLst>
              <a:gd name="adj" fmla="val 8955"/>
            </a:avLst>
          </a:prstGeom>
          <a:solidFill xmlns:a="http://schemas.openxmlformats.org/drawingml/2006/main">
            <a:srgbClr val="D8FF4E"/>
          </a:solidFill>
          <a:ln xmlns:a="http://schemas.openxmlformats.org/drawingml/2006/main" w="9525">
            <a:solidFill>
              <a:srgbClr val="C8C7BF"/>
            </a:solidFill>
            <a:prstDash val="solid"/>
          </a:ln>
        </p:spPr>
      </p:sp>
      <p:sp>
        <p:nvSpPr>
          <p:cNvPr id="14" name="">
            <a:extLst xmlns:a="http://schemas.openxmlformats.org/drawingml/2006/main">
              <a:ext uri="{FF2B5EF4-FFF2-40B4-BE49-F238E27FC236}">
                <a16:creationId xmlns:a16="http://schemas.microsoft.com/office/drawing/2014/main" id="{24C85E14-6EB7-4FDC-95F4-5CF24D593729}"/>
              </a:ext>
            </a:extLst>
          </p:cNvPr>
          <p:cNvSpPr>
            <a:spLocks xmlns:a="http://schemas.openxmlformats.org/drawingml/2006/main" noGrp="1"/>
          </p:cNvSpPr>
          <p:nvPr/>
        </p:nvSpPr>
        <p:spPr>
          <a:xfrm xmlns:a="http://schemas.openxmlformats.org/drawingml/2006/main">
            <a:off x="6305550" y="2247900"/>
            <a:ext cx="1790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448FF"/>
                </a:solidFill>
                <a:latin typeface="Arial"/>
                <a:ea typeface="Arial"/>
                <a:cs typeface="Arial"/>
              </a:defRPr>
            </a:pPr>
            <a:r>
              <a:rPr sz="1050" b="1">
                <a:solidFill>
                  <a:srgbClr val="2448FF"/>
                </a:solidFill>
                <a:latin typeface="Arial"/>
                <a:ea typeface="Arial"/>
                <a:cs typeface="Arial"/>
              </a:rPr>
              <a:t>TREATED</a:t>
            </a:r>
          </a:p>
        </p:txBody>
      </p:sp>
      <p:sp>
        <p:nvSpPr>
          <p:cNvPr id="15" name="">
            <a:extLst xmlns:a="http://schemas.openxmlformats.org/drawingml/2006/main">
              <a:ext uri="{FF2B5EF4-FFF2-40B4-BE49-F238E27FC236}">
                <a16:creationId xmlns:a16="http://schemas.microsoft.com/office/drawing/2014/main" id="{C45E82C1-AF59-4B8F-B919-1C06599BC5ED}"/>
              </a:ext>
            </a:extLst>
          </p:cNvPr>
          <p:cNvSpPr>
            <a:spLocks xmlns:a="http://schemas.openxmlformats.org/drawingml/2006/main" noGrp="1"/>
          </p:cNvSpPr>
          <p:nvPr/>
        </p:nvSpPr>
        <p:spPr>
          <a:xfrm xmlns:a="http://schemas.openxmlformats.org/drawingml/2006/main">
            <a:off x="8172450" y="224790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676A64"/>
                </a:solidFill>
                <a:latin typeface="Arial"/>
                <a:ea typeface="Arial"/>
                <a:cs typeface="Arial"/>
              </a:defRPr>
            </a:pPr>
            <a:r>
              <a:rPr sz="1050" b="1">
                <a:solidFill>
                  <a:srgbClr val="676A64"/>
                </a:solidFill>
                <a:latin typeface="Arial"/>
                <a:ea typeface="Arial"/>
                <a:cs typeface="Arial"/>
              </a:rPr>
              <a:t>POST</a:t>
            </a:r>
          </a:p>
        </p:txBody>
      </p:sp>
      <p:sp>
        <p:nvSpPr>
          <p:cNvPr id="16" name="">
            <a:extLst xmlns:a="http://schemas.openxmlformats.org/drawingml/2006/main">
              <a:ext uri="{FF2B5EF4-FFF2-40B4-BE49-F238E27FC236}">
                <a16:creationId xmlns:a16="http://schemas.microsoft.com/office/drawing/2014/main" id="{29332BD1-D17C-4A54-AAB0-9E216A6F05B9}"/>
              </a:ext>
            </a:extLst>
          </p:cNvPr>
          <p:cNvSpPr>
            <a:spLocks xmlns:a="http://schemas.openxmlformats.org/drawingml/2006/main" noGrp="1"/>
          </p:cNvSpPr>
          <p:nvPr/>
        </p:nvSpPr>
        <p:spPr>
          <a:xfrm xmlns:a="http://schemas.openxmlformats.org/drawingml/2006/main">
            <a:off x="6305550" y="2628900"/>
            <a:ext cx="4686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1110F"/>
                </a:solidFill>
                <a:latin typeface="Courier New"/>
                <a:ea typeface="Courier New"/>
                <a:cs typeface="Courier New"/>
              </a:defRPr>
            </a:pPr>
            <a:r>
              <a:rPr sz="2775" b="1">
                <a:solidFill>
                  <a:srgbClr val="11110F"/>
                </a:solidFill>
                <a:latin typeface="Courier New"/>
                <a:ea typeface="Courier New"/>
                <a:cs typeface="Courier New"/>
              </a:rPr>
              <a:t>64.261667</a:t>
            </a:r>
          </a:p>
        </p:txBody>
      </p:sp>
      <p:sp>
        <p:nvSpPr>
          <p:cNvPr id="17" name="">
            <a:extLst xmlns:a="http://schemas.openxmlformats.org/drawingml/2006/main">
              <a:ext uri="{FF2B5EF4-FFF2-40B4-BE49-F238E27FC236}">
                <a16:creationId xmlns:a16="http://schemas.microsoft.com/office/drawing/2014/main" id="{CF77A685-71C0-4F62-BA81-CE7D066E68A1}"/>
              </a:ext>
            </a:extLst>
          </p:cNvPr>
          <p:cNvSpPr>
            <a:spLocks xmlns:a="http://schemas.openxmlformats.org/drawingml/2006/main" noGrp="1"/>
          </p:cNvSpPr>
          <p:nvPr/>
        </p:nvSpPr>
        <p:spPr>
          <a:xfrm xmlns:a="http://schemas.openxmlformats.org/drawingml/2006/main">
            <a:off x="609600" y="3581400"/>
            <a:ext cx="5143500" cy="1276350"/>
          </a:xfrm>
          <a:prstGeom xmlns:a="http://schemas.openxmlformats.org/drawingml/2006/main" prst="roundRect">
            <a:avLst>
              <a:gd name="adj" fmla="val 8955"/>
            </a:avLst>
          </a:prstGeom>
          <a:solidFill xmlns:a="http://schemas.openxmlformats.org/drawingml/2006/main">
            <a:srgbClr val="FFFFFF"/>
          </a:solidFill>
          <a:ln xmlns:a="http://schemas.openxmlformats.org/drawingml/2006/main" w="9525">
            <a:solidFill>
              <a:srgbClr val="C8C7BF"/>
            </a:solidFill>
            <a:prstDash val="solid"/>
          </a:ln>
        </p:spPr>
      </p:sp>
      <p:sp>
        <p:nvSpPr>
          <p:cNvPr id="18" name="">
            <a:extLst xmlns:a="http://schemas.openxmlformats.org/drawingml/2006/main">
              <a:ext uri="{FF2B5EF4-FFF2-40B4-BE49-F238E27FC236}">
                <a16:creationId xmlns:a16="http://schemas.microsoft.com/office/drawing/2014/main" id="{C4DB8F46-9C94-46EF-BEF5-8DB7BB934B15}"/>
              </a:ext>
            </a:extLst>
          </p:cNvPr>
          <p:cNvSpPr>
            <a:spLocks xmlns:a="http://schemas.openxmlformats.org/drawingml/2006/main" noGrp="1"/>
          </p:cNvSpPr>
          <p:nvPr/>
        </p:nvSpPr>
        <p:spPr>
          <a:xfrm xmlns:a="http://schemas.openxmlformats.org/drawingml/2006/main">
            <a:off x="838200" y="3790950"/>
            <a:ext cx="1790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448FF"/>
                </a:solidFill>
                <a:latin typeface="Arial"/>
                <a:ea typeface="Arial"/>
                <a:cs typeface="Arial"/>
              </a:defRPr>
            </a:pPr>
            <a:r>
              <a:rPr sz="1050" b="1">
                <a:solidFill>
                  <a:srgbClr val="2448FF"/>
                </a:solidFill>
                <a:latin typeface="Arial"/>
                <a:ea typeface="Arial"/>
                <a:cs typeface="Arial"/>
              </a:rPr>
              <a:t>CONTROL</a:t>
            </a:r>
          </a:p>
        </p:txBody>
      </p:sp>
      <p:sp>
        <p:nvSpPr>
          <p:cNvPr id="19" name="">
            <a:extLst xmlns:a="http://schemas.openxmlformats.org/drawingml/2006/main">
              <a:ext uri="{FF2B5EF4-FFF2-40B4-BE49-F238E27FC236}">
                <a16:creationId xmlns:a16="http://schemas.microsoft.com/office/drawing/2014/main" id="{1BFB7899-0AD8-4D05-AA27-C8E1D78E0316}"/>
              </a:ext>
            </a:extLst>
          </p:cNvPr>
          <p:cNvSpPr>
            <a:spLocks xmlns:a="http://schemas.openxmlformats.org/drawingml/2006/main" noGrp="1"/>
          </p:cNvSpPr>
          <p:nvPr/>
        </p:nvSpPr>
        <p:spPr>
          <a:xfrm xmlns:a="http://schemas.openxmlformats.org/drawingml/2006/main">
            <a:off x="2705100" y="379095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676A64"/>
                </a:solidFill>
                <a:latin typeface="Arial"/>
                <a:ea typeface="Arial"/>
                <a:cs typeface="Arial"/>
              </a:defRPr>
            </a:pPr>
            <a:r>
              <a:rPr sz="1050" b="1">
                <a:solidFill>
                  <a:srgbClr val="676A64"/>
                </a:solidFill>
                <a:latin typeface="Arial"/>
                <a:ea typeface="Arial"/>
                <a:cs typeface="Arial"/>
              </a:rPr>
              <a:t>PRE</a:t>
            </a:r>
          </a:p>
        </p:txBody>
      </p:sp>
      <p:sp>
        <p:nvSpPr>
          <p:cNvPr id="20" name="">
            <a:extLst xmlns:a="http://schemas.openxmlformats.org/drawingml/2006/main">
              <a:ext uri="{FF2B5EF4-FFF2-40B4-BE49-F238E27FC236}">
                <a16:creationId xmlns:a16="http://schemas.microsoft.com/office/drawing/2014/main" id="{7B8866A9-7CF8-4CCB-A24B-A995A27DF2B3}"/>
              </a:ext>
            </a:extLst>
          </p:cNvPr>
          <p:cNvSpPr>
            <a:spLocks xmlns:a="http://schemas.openxmlformats.org/drawingml/2006/main" noGrp="1"/>
          </p:cNvSpPr>
          <p:nvPr/>
        </p:nvSpPr>
        <p:spPr>
          <a:xfrm xmlns:a="http://schemas.openxmlformats.org/drawingml/2006/main">
            <a:off x="838200" y="4171950"/>
            <a:ext cx="4686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1110F"/>
                </a:solidFill>
                <a:latin typeface="Courier New"/>
                <a:ea typeface="Courier New"/>
                <a:cs typeface="Courier New"/>
              </a:defRPr>
            </a:pPr>
            <a:r>
              <a:rPr sz="2775" b="1">
                <a:solidFill>
                  <a:srgbClr val="11110F"/>
                </a:solidFill>
                <a:latin typeface="Courier New"/>
                <a:ea typeface="Courier New"/>
                <a:cs typeface="Courier New"/>
              </a:rPr>
              <a:t>62.561875</a:t>
            </a:r>
          </a:p>
        </p:txBody>
      </p:sp>
      <p:sp>
        <p:nvSpPr>
          <p:cNvPr id="21" name="">
            <a:extLst xmlns:a="http://schemas.openxmlformats.org/drawingml/2006/main">
              <a:ext uri="{FF2B5EF4-FFF2-40B4-BE49-F238E27FC236}">
                <a16:creationId xmlns:a16="http://schemas.microsoft.com/office/drawing/2014/main" id="{3AF62C75-4C8B-4E6C-9CCA-DB21C6AE1C13}"/>
              </a:ext>
            </a:extLst>
          </p:cNvPr>
          <p:cNvSpPr>
            <a:spLocks xmlns:a="http://schemas.openxmlformats.org/drawingml/2006/main" noGrp="1"/>
          </p:cNvSpPr>
          <p:nvPr/>
        </p:nvSpPr>
        <p:spPr>
          <a:xfrm xmlns:a="http://schemas.openxmlformats.org/drawingml/2006/main">
            <a:off x="6076950" y="3581400"/>
            <a:ext cx="5143500" cy="1276350"/>
          </a:xfrm>
          <a:prstGeom xmlns:a="http://schemas.openxmlformats.org/drawingml/2006/main" prst="roundRect">
            <a:avLst>
              <a:gd name="adj" fmla="val 8955"/>
            </a:avLst>
          </a:prstGeom>
          <a:solidFill xmlns:a="http://schemas.openxmlformats.org/drawingml/2006/main">
            <a:srgbClr val="E7E4DA"/>
          </a:solidFill>
          <a:ln xmlns:a="http://schemas.openxmlformats.org/drawingml/2006/main" w="9525">
            <a:solidFill>
              <a:srgbClr val="C8C7BF"/>
            </a:solidFill>
            <a:prstDash val="solid"/>
          </a:ln>
        </p:spPr>
      </p:sp>
      <p:sp>
        <p:nvSpPr>
          <p:cNvPr id="22" name="">
            <a:extLst xmlns:a="http://schemas.openxmlformats.org/drawingml/2006/main">
              <a:ext uri="{FF2B5EF4-FFF2-40B4-BE49-F238E27FC236}">
                <a16:creationId xmlns:a16="http://schemas.microsoft.com/office/drawing/2014/main" id="{B692604E-05CA-4D82-9F49-20F8D884BB0E}"/>
              </a:ext>
            </a:extLst>
          </p:cNvPr>
          <p:cNvSpPr>
            <a:spLocks xmlns:a="http://schemas.openxmlformats.org/drawingml/2006/main" noGrp="1"/>
          </p:cNvSpPr>
          <p:nvPr/>
        </p:nvSpPr>
        <p:spPr>
          <a:xfrm xmlns:a="http://schemas.openxmlformats.org/drawingml/2006/main">
            <a:off x="6305550" y="3790950"/>
            <a:ext cx="1790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448FF"/>
                </a:solidFill>
                <a:latin typeface="Arial"/>
                <a:ea typeface="Arial"/>
                <a:cs typeface="Arial"/>
              </a:defRPr>
            </a:pPr>
            <a:r>
              <a:rPr sz="1050" b="1">
                <a:solidFill>
                  <a:srgbClr val="2448FF"/>
                </a:solidFill>
                <a:latin typeface="Arial"/>
                <a:ea typeface="Arial"/>
                <a:cs typeface="Arial"/>
              </a:rPr>
              <a:t>CONTROL</a:t>
            </a:r>
          </a:p>
        </p:txBody>
      </p:sp>
      <p:sp>
        <p:nvSpPr>
          <p:cNvPr id="23" name="">
            <a:extLst xmlns:a="http://schemas.openxmlformats.org/drawingml/2006/main">
              <a:ext uri="{FF2B5EF4-FFF2-40B4-BE49-F238E27FC236}">
                <a16:creationId xmlns:a16="http://schemas.microsoft.com/office/drawing/2014/main" id="{B6E12FD9-0350-440C-881B-D822A16C8525}"/>
              </a:ext>
            </a:extLst>
          </p:cNvPr>
          <p:cNvSpPr>
            <a:spLocks xmlns:a="http://schemas.openxmlformats.org/drawingml/2006/main" noGrp="1"/>
          </p:cNvSpPr>
          <p:nvPr/>
        </p:nvSpPr>
        <p:spPr>
          <a:xfrm xmlns:a="http://schemas.openxmlformats.org/drawingml/2006/main">
            <a:off x="8172450" y="379095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676A64"/>
                </a:solidFill>
                <a:latin typeface="Arial"/>
                <a:ea typeface="Arial"/>
                <a:cs typeface="Arial"/>
              </a:defRPr>
            </a:pPr>
            <a:r>
              <a:rPr sz="1050" b="1">
                <a:solidFill>
                  <a:srgbClr val="676A64"/>
                </a:solidFill>
                <a:latin typeface="Arial"/>
                <a:ea typeface="Arial"/>
                <a:cs typeface="Arial"/>
              </a:rPr>
              <a:t>POST</a:t>
            </a:r>
          </a:p>
        </p:txBody>
      </p:sp>
      <p:sp>
        <p:nvSpPr>
          <p:cNvPr id="24" name="">
            <a:extLst xmlns:a="http://schemas.openxmlformats.org/drawingml/2006/main">
              <a:ext uri="{FF2B5EF4-FFF2-40B4-BE49-F238E27FC236}">
                <a16:creationId xmlns:a16="http://schemas.microsoft.com/office/drawing/2014/main" id="{6B8F1A19-15D1-4E49-AB9E-5862C52677FA}"/>
              </a:ext>
            </a:extLst>
          </p:cNvPr>
          <p:cNvSpPr>
            <a:spLocks xmlns:a="http://schemas.openxmlformats.org/drawingml/2006/main" noGrp="1"/>
          </p:cNvSpPr>
          <p:nvPr/>
        </p:nvSpPr>
        <p:spPr>
          <a:xfrm xmlns:a="http://schemas.openxmlformats.org/drawingml/2006/main">
            <a:off x="6305550" y="4171950"/>
            <a:ext cx="4686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1110F"/>
                </a:solidFill>
                <a:latin typeface="Courier New"/>
                <a:ea typeface="Courier New"/>
                <a:cs typeface="Courier New"/>
              </a:defRPr>
            </a:pPr>
            <a:r>
              <a:rPr sz="2775" b="1">
                <a:solidFill>
                  <a:srgbClr val="11110F"/>
                </a:solidFill>
                <a:latin typeface="Courier New"/>
                <a:ea typeface="Courier New"/>
                <a:cs typeface="Courier New"/>
              </a:rPr>
              <a:t>64.465000</a:t>
            </a:r>
          </a:p>
        </p:txBody>
      </p:sp>
      <p:sp>
        <p:nvSpPr>
          <p:cNvPr id="25" name="">
            <a:extLst xmlns:a="http://schemas.openxmlformats.org/drawingml/2006/main">
              <a:ext uri="{FF2B5EF4-FFF2-40B4-BE49-F238E27FC236}">
                <a16:creationId xmlns:a16="http://schemas.microsoft.com/office/drawing/2014/main" id="{AF13B359-8A0F-4C66-867E-79406AAF4A79}"/>
              </a:ext>
            </a:extLst>
          </p:cNvPr>
          <p:cNvSpPr>
            <a:spLocks xmlns:a="http://schemas.openxmlformats.org/drawingml/2006/main" noGrp="1"/>
          </p:cNvSpPr>
          <p:nvPr/>
        </p:nvSpPr>
        <p:spPr>
          <a:xfrm xmlns:a="http://schemas.openxmlformats.org/drawingml/2006/main">
            <a:off x="609600" y="5295900"/>
            <a:ext cx="10610850" cy="590550"/>
          </a:xfrm>
          <a:prstGeom xmlns:a="http://schemas.openxmlformats.org/drawingml/2006/main" prst="roundRect">
            <a:avLst>
              <a:gd name="adj" fmla="val 19355"/>
            </a:avLst>
          </a:prstGeom>
          <a:solidFill xmlns:a="http://schemas.openxmlformats.org/drawingml/2006/main">
            <a:srgbClr val="11110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F8DDD13-9EE2-45DA-B2C3-ED0DB06015CB}"/>
              </a:ext>
            </a:extLst>
          </p:cNvPr>
          <p:cNvSpPr>
            <a:spLocks xmlns:a="http://schemas.openxmlformats.org/drawingml/2006/main" noGrp="1"/>
          </p:cNvSpPr>
          <p:nvPr/>
        </p:nvSpPr>
        <p:spPr>
          <a:xfrm xmlns:a="http://schemas.openxmlformats.org/drawingml/2006/main">
            <a:off x="800100" y="5486400"/>
            <a:ext cx="10229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FFFFFF"/>
                </a:solidFill>
                <a:latin typeface="Courier New"/>
                <a:ea typeface="Courier New"/>
                <a:cs typeface="Courier New"/>
              </a:defRPr>
            </a:pPr>
            <a:r>
              <a:rPr sz="1500" b="1">
                <a:solidFill>
                  <a:srgbClr val="FFFFFF"/>
                </a:solidFill>
                <a:latin typeface="Courier New"/>
                <a:ea typeface="Courier New"/>
                <a:cs typeface="Courier New"/>
              </a:rPr>
              <a:t>(64.261667 − 59.690625) − (64.465000 − 62.561875)</a:t>
            </a:r>
          </a:p>
        </p:txBody>
      </p:sp>
    </p:spTree>
    <p:extLst>
      <p:ext uri="{BB962C8B-B14F-4D97-AF65-F5344CB8AC3E}">
        <p14:creationId xmlns:p14="http://schemas.microsoft.com/office/powerpoint/2010/main" val="129157638"/>
      </p:ext>
    </p:extLst>
  </p:cSld>
</p:sld>
</file>

<file path=ppt/slides/slide7.xml><?xml version="1.0" encoding="utf-8"?>
<p:sld xmlns:p="http://schemas.openxmlformats.org/presentationml/2006/main">
  <p:cSld>
    <p:bg>
      <p:bgPr>
        <a:solidFill xmlns:a="http://schemas.openxmlformats.org/drawingml/2006/main">
          <a:srgbClr val="2448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90E4720-2FDF-41AD-86C0-804ACB14E1E2}"/>
              </a:ext>
            </a:extLst>
          </p:cNvPr>
          <p:cNvSpPr>
            <a:spLocks xmlns:a="http://schemas.openxmlformats.org/drawingml/2006/main" noGrp="1"/>
          </p:cNvSpPr>
          <p:nvPr/>
        </p:nvSpPr>
        <p:spPr>
          <a:xfrm xmlns:a="http://schemas.openxmlformats.org/drawingml/2006/main">
            <a:off x="609600" y="361950"/>
            <a:ext cx="266700" cy="266700"/>
          </a:xfrm>
          <a:prstGeom xmlns:a="http://schemas.openxmlformats.org/drawingml/2006/main" prst="rect">
            <a:avLst/>
          </a:prstGeom>
          <a:solidFill xmlns:a="http://schemas.openxmlformats.org/drawingml/2006/main">
            <a:srgbClr val="D8FF4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41619EE-2D2F-4221-B53C-5FAB9B09683F}"/>
              </a:ext>
            </a:extLst>
          </p:cNvPr>
          <p:cNvSpPr>
            <a:spLocks xmlns:a="http://schemas.openxmlformats.org/drawingml/2006/main" noGrp="1"/>
          </p:cNvSpPr>
          <p:nvPr/>
        </p:nvSpPr>
        <p:spPr>
          <a:xfrm xmlns:a="http://schemas.openxmlformats.org/drawingml/2006/main">
            <a:off x="685800" y="438150"/>
            <a:ext cx="114300" cy="114300"/>
          </a:xfrm>
          <a:prstGeom xmlns:a="http://schemas.openxmlformats.org/drawingml/2006/main" prst="rect">
            <a:avLst/>
          </a:prstGeom>
          <a:solidFill xmlns:a="http://schemas.openxmlformats.org/drawingml/2006/main">
            <a:srgbClr val="11110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A983C5B-41CC-415E-A753-2FB83EA6901E}"/>
              </a:ext>
            </a:extLst>
          </p:cNvPr>
          <p:cNvSpPr>
            <a:spLocks xmlns:a="http://schemas.openxmlformats.org/drawingml/2006/main" noGrp="1"/>
          </p:cNvSpPr>
          <p:nvPr/>
        </p:nvSpPr>
        <p:spPr>
          <a:xfrm xmlns:a="http://schemas.openxmlformats.org/drawingml/2006/main">
            <a:off x="990600" y="3810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MENA OPEN DATA &amp; EVIDENCE LAB</a:t>
            </a:r>
          </a:p>
        </p:txBody>
      </p:sp>
      <p:sp>
        <p:nvSpPr>
          <p:cNvPr id="4" name="">
            <a:extLst xmlns:a="http://schemas.openxmlformats.org/drawingml/2006/main">
              <a:ext uri="{FF2B5EF4-FFF2-40B4-BE49-F238E27FC236}">
                <a16:creationId xmlns:a16="http://schemas.microsoft.com/office/drawing/2014/main" id="{72B4C338-6C24-4BE9-BF36-A8DD8E5473BD}"/>
              </a:ext>
            </a:extLst>
          </p:cNvPr>
          <p:cNvSpPr>
            <a:spLocks xmlns:a="http://schemas.openxmlformats.org/drawingml/2006/main" noGrp="1"/>
          </p:cNvSpPr>
          <p:nvPr/>
        </p:nvSpPr>
        <p:spPr>
          <a:xfrm xmlns:a="http://schemas.openxmlformats.org/drawingml/2006/main">
            <a:off x="8667750" y="381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BFC1BA"/>
                </a:solidFill>
                <a:latin typeface="Arial"/>
                <a:ea typeface="Arial"/>
                <a:cs typeface="Arial"/>
              </a:defRPr>
            </a:pPr>
            <a:r>
              <a:rPr sz="975" b="1">
                <a:solidFill>
                  <a:srgbClr val="BFC1BA"/>
                </a:solidFill>
                <a:latin typeface="Arial"/>
                <a:ea typeface="Arial"/>
                <a:cs typeface="Arial"/>
              </a:rPr>
              <a:t>VERIFIED RESULT</a:t>
            </a:r>
          </a:p>
        </p:txBody>
      </p:sp>
      <p:sp>
        <p:nvSpPr>
          <p:cNvPr id="5" name="">
            <a:extLst xmlns:a="http://schemas.openxmlformats.org/drawingml/2006/main">
              <a:ext uri="{FF2B5EF4-FFF2-40B4-BE49-F238E27FC236}">
                <a16:creationId xmlns:a16="http://schemas.microsoft.com/office/drawing/2014/main" id="{5BE6B4DA-8AA5-45C5-99AD-213EBFDAFE64}"/>
              </a:ext>
            </a:extLst>
          </p:cNvPr>
          <p:cNvSpPr>
            <a:spLocks xmlns:a="http://schemas.openxmlformats.org/drawingml/2006/main" noGrp="1"/>
          </p:cNvSpPr>
          <p:nvPr/>
        </p:nvSpPr>
        <p:spPr>
          <a:xfrm xmlns:a="http://schemas.openxmlformats.org/drawingml/2006/main">
            <a:off x="609600" y="742950"/>
            <a:ext cx="10972800" cy="9525"/>
          </a:xfrm>
          <a:prstGeom xmlns:a="http://schemas.openxmlformats.org/drawingml/2006/main" prst="rect">
            <a:avLst/>
          </a:prstGeom>
          <a:solidFill xmlns:a="http://schemas.openxmlformats.org/drawingml/2006/main">
            <a:srgbClr val="3B3D3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12B6569-5BE6-4071-831F-3469A739FF0A}"/>
              </a:ext>
            </a:extLst>
          </p:cNvPr>
          <p:cNvSpPr>
            <a:spLocks xmlns:a="http://schemas.openxmlformats.org/drawingml/2006/main" noGrp="1"/>
          </p:cNvSpPr>
          <p:nvPr/>
        </p:nvSpPr>
        <p:spPr>
          <a:xfrm xmlns:a="http://schemas.openxmlformats.org/drawingml/2006/main">
            <a:off x="609600" y="64579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BFC1BA"/>
                </a:solidFill>
                <a:latin typeface="Arial"/>
                <a:ea typeface="Arial"/>
                <a:cs typeface="Arial"/>
              </a:defRPr>
            </a:pPr>
            <a:r>
              <a:rPr sz="825" b="1">
                <a:solidFill>
                  <a:srgbClr val="BFC1BA"/>
                </a:solidFill>
                <a:latin typeface="Arial"/>
                <a:ea typeface="Arial"/>
                <a:cs typeface="Arial"/>
              </a:rPr>
              <a:t>WORKSHOP 001  •  SCHEDULED 23 AUG 2026</a:t>
            </a:r>
          </a:p>
        </p:txBody>
      </p:sp>
      <p:sp>
        <p:nvSpPr>
          <p:cNvPr id="7" name="">
            <a:extLst xmlns:a="http://schemas.openxmlformats.org/drawingml/2006/main">
              <a:ext uri="{FF2B5EF4-FFF2-40B4-BE49-F238E27FC236}">
                <a16:creationId xmlns:a16="http://schemas.microsoft.com/office/drawing/2014/main" id="{2F0BEF4D-8462-4157-BCEC-EE694B7E02DD}"/>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BFC1BA"/>
                </a:solidFill>
                <a:latin typeface="Courier New"/>
                <a:ea typeface="Courier New"/>
                <a:cs typeface="Courier New"/>
              </a:defRPr>
            </a:pPr>
            <a:r>
              <a:rPr sz="900" b="1">
                <a:solidFill>
                  <a:srgbClr val="BFC1BA"/>
                </a:solidFill>
                <a:latin typeface="Courier New"/>
                <a:ea typeface="Courier New"/>
                <a:cs typeface="Courier New"/>
              </a:rPr>
              <a:t>07</a:t>
            </a:r>
          </a:p>
        </p:txBody>
      </p:sp>
      <p:sp>
        <p:nvSpPr>
          <p:cNvPr id="8" name="">
            <a:extLst xmlns:a="http://schemas.openxmlformats.org/drawingml/2006/main">
              <a:ext uri="{FF2B5EF4-FFF2-40B4-BE49-F238E27FC236}">
                <a16:creationId xmlns:a16="http://schemas.microsoft.com/office/drawing/2014/main" id="{9E187445-40EE-46C1-9C13-D573FA219224}"/>
              </a:ext>
            </a:extLst>
          </p:cNvPr>
          <p:cNvSpPr>
            <a:spLocks xmlns:a="http://schemas.openxmlformats.org/drawingml/2006/main" noGrp="1"/>
          </p:cNvSpPr>
          <p:nvPr/>
        </p:nvSpPr>
        <p:spPr>
          <a:xfrm xmlns:a="http://schemas.openxmlformats.org/drawingml/2006/main">
            <a:off x="609600" y="1143000"/>
            <a:ext cx="781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D8FF4E"/>
                </a:solidFill>
                <a:latin typeface="Arial"/>
                <a:ea typeface="Arial"/>
                <a:cs typeface="Arial"/>
              </a:defRPr>
            </a:pPr>
            <a:r>
              <a:rPr sz="1350" b="1">
                <a:solidFill>
                  <a:srgbClr val="D8FF4E"/>
                </a:solidFill>
                <a:latin typeface="Arial"/>
                <a:ea typeface="Arial"/>
                <a:cs typeface="Arial"/>
              </a:rPr>
              <a:t>SIMPLE DIFFERENCE-IN-DIFFERENCES</a:t>
            </a:r>
          </a:p>
        </p:txBody>
      </p:sp>
      <p:sp>
        <p:nvSpPr>
          <p:cNvPr id="9" name="">
            <a:extLst xmlns:a="http://schemas.openxmlformats.org/drawingml/2006/main">
              <a:ext uri="{FF2B5EF4-FFF2-40B4-BE49-F238E27FC236}">
                <a16:creationId xmlns:a16="http://schemas.microsoft.com/office/drawing/2014/main" id="{9248B2DC-DE71-47A3-887E-7BFB3F08DDBA}"/>
              </a:ext>
            </a:extLst>
          </p:cNvPr>
          <p:cNvSpPr>
            <a:spLocks xmlns:a="http://schemas.openxmlformats.org/drawingml/2006/main" noGrp="1"/>
          </p:cNvSpPr>
          <p:nvPr/>
        </p:nvSpPr>
        <p:spPr>
          <a:xfrm xmlns:a="http://schemas.openxmlformats.org/drawingml/2006/main">
            <a:off x="571500" y="1600200"/>
            <a:ext cx="8191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6900" b="1">
                <a:solidFill>
                  <a:srgbClr val="FFFFFF"/>
                </a:solidFill>
                <a:latin typeface="Courier New"/>
                <a:ea typeface="Courier New"/>
                <a:cs typeface="Courier New"/>
              </a:defRPr>
            </a:pPr>
            <a:r>
              <a:rPr sz="6900" b="1">
                <a:solidFill>
                  <a:srgbClr val="FFFFFF"/>
                </a:solidFill>
                <a:latin typeface="Courier New"/>
                <a:ea typeface="Courier New"/>
                <a:cs typeface="Courier New"/>
              </a:rPr>
              <a:t>2.6679167</a:t>
            </a:r>
          </a:p>
        </p:txBody>
      </p:sp>
      <p:sp>
        <p:nvSpPr>
          <p:cNvPr id="10" name="">
            <a:extLst xmlns:a="http://schemas.openxmlformats.org/drawingml/2006/main">
              <a:ext uri="{FF2B5EF4-FFF2-40B4-BE49-F238E27FC236}">
                <a16:creationId xmlns:a16="http://schemas.microsoft.com/office/drawing/2014/main" id="{6E3BD024-A66B-4A00-8B98-731B1E66C6C9}"/>
              </a:ext>
            </a:extLst>
          </p:cNvPr>
          <p:cNvSpPr>
            <a:spLocks xmlns:a="http://schemas.openxmlformats.org/drawingml/2006/main" noGrp="1"/>
          </p:cNvSpPr>
          <p:nvPr/>
        </p:nvSpPr>
        <p:spPr>
          <a:xfrm xmlns:a="http://schemas.openxmlformats.org/drawingml/2006/main">
            <a:off x="628650" y="28765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D8DEFF"/>
                </a:solidFill>
                <a:latin typeface="Arial"/>
                <a:ea typeface="Arial"/>
                <a:cs typeface="Arial"/>
              </a:defRPr>
            </a:pPr>
            <a:r>
              <a:rPr sz="1725" b="0">
                <a:solidFill>
                  <a:srgbClr val="D8DEFF"/>
                </a:solidFill>
                <a:latin typeface="Arial"/>
                <a:ea typeface="Arial"/>
                <a:cs typeface="Arial"/>
              </a:rPr>
              <a:t>percentage points</a:t>
            </a:r>
          </a:p>
        </p:txBody>
      </p:sp>
      <p:sp>
        <p:nvSpPr>
          <p:cNvPr id="11" name="">
            <a:extLst xmlns:a="http://schemas.openxmlformats.org/drawingml/2006/main">
              <a:ext uri="{FF2B5EF4-FFF2-40B4-BE49-F238E27FC236}">
                <a16:creationId xmlns:a16="http://schemas.microsoft.com/office/drawing/2014/main" id="{11789855-AC77-491A-96A1-0539B8A3D64F}"/>
              </a:ext>
            </a:extLst>
          </p:cNvPr>
          <p:cNvSpPr>
            <a:spLocks xmlns:a="http://schemas.openxmlformats.org/drawingml/2006/main" noGrp="1"/>
          </p:cNvSpPr>
          <p:nvPr/>
        </p:nvSpPr>
        <p:spPr>
          <a:xfrm xmlns:a="http://schemas.openxmlformats.org/drawingml/2006/main">
            <a:off x="628650" y="3752850"/>
            <a:ext cx="5010150" cy="1638300"/>
          </a:xfrm>
          <a:prstGeom xmlns:a="http://schemas.openxmlformats.org/drawingml/2006/main" prst="roundRect">
            <a:avLst>
              <a:gd name="adj" fmla="val 6977"/>
            </a:avLst>
          </a:prstGeom>
          <a:solidFill xmlns:a="http://schemas.openxmlformats.org/drawingml/2006/main">
            <a:srgbClr val="FFFF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D406256-0C57-4D61-A0E4-D90B7BDD7BEE}"/>
              </a:ext>
            </a:extLst>
          </p:cNvPr>
          <p:cNvSpPr>
            <a:spLocks xmlns:a="http://schemas.openxmlformats.org/drawingml/2006/main" noGrp="1"/>
          </p:cNvSpPr>
          <p:nvPr/>
        </p:nvSpPr>
        <p:spPr>
          <a:xfrm xmlns:a="http://schemas.openxmlformats.org/drawingml/2006/main">
            <a:off x="876300" y="40005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448FF"/>
                </a:solidFill>
                <a:latin typeface="Arial"/>
                <a:ea typeface="Arial"/>
                <a:cs typeface="Arial"/>
              </a:defRPr>
            </a:pPr>
            <a:r>
              <a:rPr sz="1050" b="1">
                <a:solidFill>
                  <a:srgbClr val="2448FF"/>
                </a:solidFill>
                <a:latin typeface="Arial"/>
                <a:ea typeface="Arial"/>
                <a:cs typeface="Arial"/>
              </a:rPr>
              <a:t>TREATED CHANGE</a:t>
            </a:r>
          </a:p>
        </p:txBody>
      </p:sp>
      <p:sp>
        <p:nvSpPr>
          <p:cNvPr id="13" name="">
            <a:extLst xmlns:a="http://schemas.openxmlformats.org/drawingml/2006/main">
              <a:ext uri="{FF2B5EF4-FFF2-40B4-BE49-F238E27FC236}">
                <a16:creationId xmlns:a16="http://schemas.microsoft.com/office/drawing/2014/main" id="{4181CDEE-DDC5-4053-8801-911BCF3F2466}"/>
              </a:ext>
            </a:extLst>
          </p:cNvPr>
          <p:cNvSpPr>
            <a:spLocks xmlns:a="http://schemas.openxmlformats.org/drawingml/2006/main" noGrp="1"/>
          </p:cNvSpPr>
          <p:nvPr/>
        </p:nvSpPr>
        <p:spPr>
          <a:xfrm xmlns:a="http://schemas.openxmlformats.org/drawingml/2006/main">
            <a:off x="876300" y="438150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625" b="1">
                <a:solidFill>
                  <a:srgbClr val="11110F"/>
                </a:solidFill>
                <a:latin typeface="Courier New"/>
                <a:ea typeface="Courier New"/>
                <a:cs typeface="Courier New"/>
              </a:defRPr>
            </a:pPr>
            <a:r>
              <a:rPr sz="2625" b="1">
                <a:solidFill>
                  <a:srgbClr val="11110F"/>
                </a:solidFill>
                <a:latin typeface="Courier New"/>
                <a:ea typeface="Courier New"/>
                <a:cs typeface="Courier New"/>
              </a:rPr>
              <a:t>+4.571042</a:t>
            </a:r>
          </a:p>
        </p:txBody>
      </p:sp>
      <p:sp>
        <p:nvSpPr>
          <p:cNvPr id="14" name="">
            <a:extLst xmlns:a="http://schemas.openxmlformats.org/drawingml/2006/main">
              <a:ext uri="{FF2B5EF4-FFF2-40B4-BE49-F238E27FC236}">
                <a16:creationId xmlns:a16="http://schemas.microsoft.com/office/drawing/2014/main" id="{66131D29-A18D-442E-9088-E03E91A2D43D}"/>
              </a:ext>
            </a:extLst>
          </p:cNvPr>
          <p:cNvSpPr>
            <a:spLocks xmlns:a="http://schemas.openxmlformats.org/drawingml/2006/main" noGrp="1"/>
          </p:cNvSpPr>
          <p:nvPr/>
        </p:nvSpPr>
        <p:spPr>
          <a:xfrm xmlns:a="http://schemas.openxmlformats.org/drawingml/2006/main">
            <a:off x="876300" y="49530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676A64"/>
                </a:solidFill>
                <a:latin typeface="Courier New"/>
                <a:ea typeface="Courier New"/>
                <a:cs typeface="Courier New"/>
              </a:defRPr>
            </a:pPr>
            <a:r>
              <a:rPr sz="1200" b="0">
                <a:solidFill>
                  <a:srgbClr val="676A64"/>
                </a:solidFill>
                <a:latin typeface="Courier New"/>
                <a:ea typeface="Courier New"/>
                <a:cs typeface="Courier New"/>
              </a:rPr>
              <a:t>59.690625 → 64.261667</a:t>
            </a:r>
          </a:p>
        </p:txBody>
      </p:sp>
      <p:sp>
        <p:nvSpPr>
          <p:cNvPr id="15" name="">
            <a:extLst xmlns:a="http://schemas.openxmlformats.org/drawingml/2006/main">
              <a:ext uri="{FF2B5EF4-FFF2-40B4-BE49-F238E27FC236}">
                <a16:creationId xmlns:a16="http://schemas.microsoft.com/office/drawing/2014/main" id="{2E4DAB79-E4C0-4AD9-8875-697E34AC52C5}"/>
              </a:ext>
            </a:extLst>
          </p:cNvPr>
          <p:cNvSpPr>
            <a:spLocks xmlns:a="http://schemas.openxmlformats.org/drawingml/2006/main" noGrp="1"/>
          </p:cNvSpPr>
          <p:nvPr/>
        </p:nvSpPr>
        <p:spPr>
          <a:xfrm xmlns:a="http://schemas.openxmlformats.org/drawingml/2006/main">
            <a:off x="5905500" y="3752850"/>
            <a:ext cx="5010150" cy="1638300"/>
          </a:xfrm>
          <a:prstGeom xmlns:a="http://schemas.openxmlformats.org/drawingml/2006/main" prst="roundRect">
            <a:avLst>
              <a:gd name="adj" fmla="val 6977"/>
            </a:avLst>
          </a:prstGeom>
          <a:solidFill xmlns:a="http://schemas.openxmlformats.org/drawingml/2006/main">
            <a:srgbClr val="D8FF4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B63E401-A319-49EF-BB4F-AF1176806D42}"/>
              </a:ext>
            </a:extLst>
          </p:cNvPr>
          <p:cNvSpPr>
            <a:spLocks xmlns:a="http://schemas.openxmlformats.org/drawingml/2006/main" noGrp="1"/>
          </p:cNvSpPr>
          <p:nvPr/>
        </p:nvSpPr>
        <p:spPr>
          <a:xfrm xmlns:a="http://schemas.openxmlformats.org/drawingml/2006/main">
            <a:off x="6153150" y="4000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11110F"/>
                </a:solidFill>
                <a:latin typeface="Arial"/>
                <a:ea typeface="Arial"/>
                <a:cs typeface="Arial"/>
              </a:defRPr>
            </a:pPr>
            <a:r>
              <a:rPr sz="1050" b="1">
                <a:solidFill>
                  <a:srgbClr val="11110F"/>
                </a:solidFill>
                <a:latin typeface="Arial"/>
                <a:ea typeface="Arial"/>
                <a:cs typeface="Arial"/>
              </a:rPr>
              <a:t>CONTROL CHANGE</a:t>
            </a:r>
          </a:p>
        </p:txBody>
      </p:sp>
      <p:sp>
        <p:nvSpPr>
          <p:cNvPr id="17" name="">
            <a:extLst xmlns:a="http://schemas.openxmlformats.org/drawingml/2006/main">
              <a:ext uri="{FF2B5EF4-FFF2-40B4-BE49-F238E27FC236}">
                <a16:creationId xmlns:a16="http://schemas.microsoft.com/office/drawing/2014/main" id="{B28F8F15-87CF-4B5D-B2A9-894FCF4D88A2}"/>
              </a:ext>
            </a:extLst>
          </p:cNvPr>
          <p:cNvSpPr>
            <a:spLocks xmlns:a="http://schemas.openxmlformats.org/drawingml/2006/main" noGrp="1"/>
          </p:cNvSpPr>
          <p:nvPr/>
        </p:nvSpPr>
        <p:spPr>
          <a:xfrm xmlns:a="http://schemas.openxmlformats.org/drawingml/2006/main">
            <a:off x="6153150" y="438150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625" b="1">
                <a:solidFill>
                  <a:srgbClr val="11110F"/>
                </a:solidFill>
                <a:latin typeface="Courier New"/>
                <a:ea typeface="Courier New"/>
                <a:cs typeface="Courier New"/>
              </a:defRPr>
            </a:pPr>
            <a:r>
              <a:rPr sz="2625" b="1">
                <a:solidFill>
                  <a:srgbClr val="11110F"/>
                </a:solidFill>
                <a:latin typeface="Courier New"/>
                <a:ea typeface="Courier New"/>
                <a:cs typeface="Courier New"/>
              </a:rPr>
              <a:t>+1.903125</a:t>
            </a:r>
          </a:p>
        </p:txBody>
      </p:sp>
      <p:sp>
        <p:nvSpPr>
          <p:cNvPr id="18" name="">
            <a:extLst xmlns:a="http://schemas.openxmlformats.org/drawingml/2006/main">
              <a:ext uri="{FF2B5EF4-FFF2-40B4-BE49-F238E27FC236}">
                <a16:creationId xmlns:a16="http://schemas.microsoft.com/office/drawing/2014/main" id="{66D50F05-0312-4FA3-A3D6-EDD78605B404}"/>
              </a:ext>
            </a:extLst>
          </p:cNvPr>
          <p:cNvSpPr>
            <a:spLocks xmlns:a="http://schemas.openxmlformats.org/drawingml/2006/main" noGrp="1"/>
          </p:cNvSpPr>
          <p:nvPr/>
        </p:nvSpPr>
        <p:spPr>
          <a:xfrm xmlns:a="http://schemas.openxmlformats.org/drawingml/2006/main">
            <a:off x="6153150" y="49530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11110F"/>
                </a:solidFill>
                <a:latin typeface="Courier New"/>
                <a:ea typeface="Courier New"/>
                <a:cs typeface="Courier New"/>
              </a:defRPr>
            </a:pPr>
            <a:r>
              <a:rPr sz="1200" b="0">
                <a:solidFill>
                  <a:srgbClr val="11110F"/>
                </a:solidFill>
                <a:latin typeface="Courier New"/>
                <a:ea typeface="Courier New"/>
                <a:cs typeface="Courier New"/>
              </a:rPr>
              <a:t>62.561875 → 64.465000</a:t>
            </a:r>
          </a:p>
        </p:txBody>
      </p:sp>
      <p:sp>
        <p:nvSpPr>
          <p:cNvPr id="19" name="">
            <a:extLst xmlns:a="http://schemas.openxmlformats.org/drawingml/2006/main">
              <a:ext uri="{FF2B5EF4-FFF2-40B4-BE49-F238E27FC236}">
                <a16:creationId xmlns:a16="http://schemas.microsoft.com/office/drawing/2014/main" id="{438634C7-3035-436C-A9EF-37AE033B7719}"/>
              </a:ext>
            </a:extLst>
          </p:cNvPr>
          <p:cNvSpPr>
            <a:spLocks xmlns:a="http://schemas.openxmlformats.org/drawingml/2006/main" noGrp="1"/>
          </p:cNvSpPr>
          <p:nvPr/>
        </p:nvSpPr>
        <p:spPr>
          <a:xfrm xmlns:a="http://schemas.openxmlformats.org/drawingml/2006/main">
            <a:off x="8991600" y="2952750"/>
            <a:ext cx="1924050" cy="323850"/>
          </a:xfrm>
          <a:prstGeom xmlns:a="http://schemas.openxmlformats.org/drawingml/2006/main" prst="roundRect">
            <a:avLst>
              <a:gd name="adj" fmla="val 35294"/>
            </a:avLst>
          </a:prstGeom>
          <a:solidFill xmlns:a="http://schemas.openxmlformats.org/drawingml/2006/main">
            <a:srgbClr val="11110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0373B17-F3CE-4108-889D-15E4751842EF}"/>
              </a:ext>
            </a:extLst>
          </p:cNvPr>
          <p:cNvSpPr>
            <a:spLocks xmlns:a="http://schemas.openxmlformats.org/drawingml/2006/main" noGrp="1"/>
          </p:cNvSpPr>
          <p:nvPr/>
        </p:nvSpPr>
        <p:spPr>
          <a:xfrm xmlns:a="http://schemas.openxmlformats.org/drawingml/2006/main">
            <a:off x="9105900" y="3028950"/>
            <a:ext cx="1695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D8FF4E"/>
                </a:solidFill>
                <a:latin typeface="Arial"/>
                <a:ea typeface="Arial"/>
                <a:cs typeface="Arial"/>
              </a:defRPr>
            </a:pPr>
            <a:r>
              <a:rPr sz="900" b="1">
                <a:solidFill>
                  <a:srgbClr val="D8FF4E"/>
                </a:solidFill>
                <a:latin typeface="Arial"/>
                <a:ea typeface="Arial"/>
                <a:cs typeface="Arial"/>
              </a:rPr>
              <a:t>SCRIPT STATUS: PASS</a:t>
            </a:r>
          </a:p>
        </p:txBody>
      </p:sp>
    </p:spTree>
    <p:extLst>
      <p:ext uri="{BB962C8B-B14F-4D97-AF65-F5344CB8AC3E}">
        <p14:creationId xmlns:p14="http://schemas.microsoft.com/office/powerpoint/2010/main" val="1928145776"/>
      </p:ext>
    </p:extLst>
  </p:cSld>
</p:sld>
</file>

<file path=ppt/slides/slide8.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005C94F-320C-493F-9DCE-22528B48710D}"/>
              </a:ext>
            </a:extLst>
          </p:cNvPr>
          <p:cNvSpPr>
            <a:spLocks xmlns:a="http://schemas.openxmlformats.org/drawingml/2006/main" noGrp="1"/>
          </p:cNvSpPr>
          <p:nvPr/>
        </p:nvSpPr>
        <p:spPr>
          <a:xfrm xmlns:a="http://schemas.openxmlformats.org/drawingml/2006/main">
            <a:off x="609600" y="361950"/>
            <a:ext cx="266700" cy="266700"/>
          </a:xfrm>
          <a:prstGeom xmlns:a="http://schemas.openxmlformats.org/drawingml/2006/main" prst="rect">
            <a:avLst/>
          </a:prstGeom>
          <a:solidFill xmlns:a="http://schemas.openxmlformats.org/drawingml/2006/main">
            <a:srgbClr val="2448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58669A6-C711-475E-A648-5D75F409DB50}"/>
              </a:ext>
            </a:extLst>
          </p:cNvPr>
          <p:cNvSpPr>
            <a:spLocks xmlns:a="http://schemas.openxmlformats.org/drawingml/2006/main" noGrp="1"/>
          </p:cNvSpPr>
          <p:nvPr/>
        </p:nvSpPr>
        <p:spPr>
          <a:xfrm xmlns:a="http://schemas.openxmlformats.org/drawingml/2006/main">
            <a:off x="685800" y="438150"/>
            <a:ext cx="114300" cy="114300"/>
          </a:xfrm>
          <a:prstGeom xmlns:a="http://schemas.openxmlformats.org/drawingml/2006/main" prst="rect">
            <a:avLst/>
          </a:prstGeom>
          <a:solidFill xmlns:a="http://schemas.openxmlformats.org/drawingml/2006/main">
            <a:srgbClr val="F4F1E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49E9E0A-136F-448E-A46A-2F574C04832C}"/>
              </a:ext>
            </a:extLst>
          </p:cNvPr>
          <p:cNvSpPr>
            <a:spLocks xmlns:a="http://schemas.openxmlformats.org/drawingml/2006/main" noGrp="1"/>
          </p:cNvSpPr>
          <p:nvPr/>
        </p:nvSpPr>
        <p:spPr>
          <a:xfrm xmlns:a="http://schemas.openxmlformats.org/drawingml/2006/main">
            <a:off x="990600" y="3810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11110F"/>
                </a:solidFill>
                <a:latin typeface="Arial"/>
                <a:ea typeface="Arial"/>
                <a:cs typeface="Arial"/>
              </a:defRPr>
            </a:pPr>
            <a:r>
              <a:rPr sz="1050" b="1">
                <a:solidFill>
                  <a:srgbClr val="11110F"/>
                </a:solidFill>
                <a:latin typeface="Arial"/>
                <a:ea typeface="Arial"/>
                <a:cs typeface="Arial"/>
              </a:rPr>
              <a:t>MENA OPEN DATA &amp; EVIDENCE LAB</a:t>
            </a:r>
          </a:p>
        </p:txBody>
      </p:sp>
      <p:sp>
        <p:nvSpPr>
          <p:cNvPr id="4" name="">
            <a:extLst xmlns:a="http://schemas.openxmlformats.org/drawingml/2006/main">
              <a:ext uri="{FF2B5EF4-FFF2-40B4-BE49-F238E27FC236}">
                <a16:creationId xmlns:a16="http://schemas.microsoft.com/office/drawing/2014/main" id="{3DF0E824-7AC8-4019-A471-A79334CFABC5}"/>
              </a:ext>
            </a:extLst>
          </p:cNvPr>
          <p:cNvSpPr>
            <a:spLocks xmlns:a="http://schemas.openxmlformats.org/drawingml/2006/main" noGrp="1"/>
          </p:cNvSpPr>
          <p:nvPr/>
        </p:nvSpPr>
        <p:spPr>
          <a:xfrm xmlns:a="http://schemas.openxmlformats.org/drawingml/2006/main">
            <a:off x="8667750" y="381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676A64"/>
                </a:solidFill>
                <a:latin typeface="Arial"/>
                <a:ea typeface="Arial"/>
                <a:cs typeface="Arial"/>
              </a:defRPr>
            </a:pPr>
            <a:r>
              <a:rPr sz="975" b="1">
                <a:solidFill>
                  <a:srgbClr val="676A64"/>
                </a:solidFill>
                <a:latin typeface="Arial"/>
                <a:ea typeface="Arial"/>
                <a:cs typeface="Arial"/>
              </a:rPr>
              <a:t>REGRESSION EQUIVALENCE</a:t>
            </a:r>
          </a:p>
        </p:txBody>
      </p:sp>
      <p:sp>
        <p:nvSpPr>
          <p:cNvPr id="5" name="">
            <a:extLst xmlns:a="http://schemas.openxmlformats.org/drawingml/2006/main">
              <a:ext uri="{FF2B5EF4-FFF2-40B4-BE49-F238E27FC236}">
                <a16:creationId xmlns:a16="http://schemas.microsoft.com/office/drawing/2014/main" id="{6E717415-796F-49D6-9AED-20CF2FF4115E}"/>
              </a:ext>
            </a:extLst>
          </p:cNvPr>
          <p:cNvSpPr>
            <a:spLocks xmlns:a="http://schemas.openxmlformats.org/drawingml/2006/main" noGrp="1"/>
          </p:cNvSpPr>
          <p:nvPr/>
        </p:nvSpPr>
        <p:spPr>
          <a:xfrm xmlns:a="http://schemas.openxmlformats.org/drawingml/2006/main">
            <a:off x="609600" y="742950"/>
            <a:ext cx="10972800" cy="9525"/>
          </a:xfrm>
          <a:prstGeom xmlns:a="http://schemas.openxmlformats.org/drawingml/2006/main" prst="rect">
            <a:avLst/>
          </a:prstGeom>
          <a:solidFill xmlns:a="http://schemas.openxmlformats.org/drawingml/2006/main">
            <a:srgbClr val="C8C7B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55943EF-49BE-49B0-934C-29BB6AAE6770}"/>
              </a:ext>
            </a:extLst>
          </p:cNvPr>
          <p:cNvSpPr>
            <a:spLocks xmlns:a="http://schemas.openxmlformats.org/drawingml/2006/main" noGrp="1"/>
          </p:cNvSpPr>
          <p:nvPr/>
        </p:nvSpPr>
        <p:spPr>
          <a:xfrm xmlns:a="http://schemas.openxmlformats.org/drawingml/2006/main">
            <a:off x="609600" y="64579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76A64"/>
                </a:solidFill>
                <a:latin typeface="Arial"/>
                <a:ea typeface="Arial"/>
                <a:cs typeface="Arial"/>
              </a:defRPr>
            </a:pPr>
            <a:r>
              <a:rPr sz="825" b="1">
                <a:solidFill>
                  <a:srgbClr val="676A64"/>
                </a:solidFill>
                <a:latin typeface="Arial"/>
                <a:ea typeface="Arial"/>
                <a:cs typeface="Arial"/>
              </a:rPr>
              <a:t>WORKSHOP 001  •  SCHEDULED 23 AUG 2026</a:t>
            </a:r>
          </a:p>
        </p:txBody>
      </p:sp>
      <p:sp>
        <p:nvSpPr>
          <p:cNvPr id="7" name="">
            <a:extLst xmlns:a="http://schemas.openxmlformats.org/drawingml/2006/main">
              <a:ext uri="{FF2B5EF4-FFF2-40B4-BE49-F238E27FC236}">
                <a16:creationId xmlns:a16="http://schemas.microsoft.com/office/drawing/2014/main" id="{15A2275C-C05F-433C-A13F-95474CBC42B2}"/>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676A64"/>
                </a:solidFill>
                <a:latin typeface="Courier New"/>
                <a:ea typeface="Courier New"/>
                <a:cs typeface="Courier New"/>
              </a:defRPr>
            </a:pPr>
            <a:r>
              <a:rPr sz="900" b="1">
                <a:solidFill>
                  <a:srgbClr val="676A64"/>
                </a:solidFill>
                <a:latin typeface="Courier New"/>
                <a:ea typeface="Courier New"/>
                <a:cs typeface="Courier New"/>
              </a:rPr>
              <a:t>08</a:t>
            </a:r>
          </a:p>
        </p:txBody>
      </p:sp>
      <p:sp>
        <p:nvSpPr>
          <p:cNvPr id="8" name="">
            <a:extLst xmlns:a="http://schemas.openxmlformats.org/drawingml/2006/main">
              <a:ext uri="{FF2B5EF4-FFF2-40B4-BE49-F238E27FC236}">
                <a16:creationId xmlns:a16="http://schemas.microsoft.com/office/drawing/2014/main" id="{FDCFE1B1-4C96-4DCB-B2B5-E7E764ECC4CB}"/>
              </a:ext>
            </a:extLst>
          </p:cNvPr>
          <p:cNvSpPr>
            <a:spLocks xmlns:a="http://schemas.openxmlformats.org/drawingml/2006/main" noGrp="1"/>
          </p:cNvSpPr>
          <p:nvPr/>
        </p:nvSpPr>
        <p:spPr>
          <a:xfrm xmlns:a="http://schemas.openxmlformats.org/drawingml/2006/main">
            <a:off x="609600" y="1066800"/>
            <a:ext cx="981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150" b="1">
                <a:solidFill>
                  <a:srgbClr val="11110F"/>
                </a:solidFill>
                <a:latin typeface="Arial"/>
                <a:ea typeface="Arial"/>
                <a:cs typeface="Arial"/>
              </a:defRPr>
            </a:pPr>
            <a:r>
              <a:rPr sz="3150" b="1">
                <a:solidFill>
                  <a:srgbClr val="11110F"/>
                </a:solidFill>
                <a:latin typeface="Arial"/>
                <a:ea typeface="Arial"/>
                <a:cs typeface="Arial"/>
              </a:rPr>
              <a:t>The interaction recovers the same estimand</a:t>
            </a:r>
          </a:p>
        </p:txBody>
      </p:sp>
      <p:sp>
        <p:nvSpPr>
          <p:cNvPr id="9" name="">
            <a:extLst xmlns:a="http://schemas.openxmlformats.org/drawingml/2006/main">
              <a:ext uri="{FF2B5EF4-FFF2-40B4-BE49-F238E27FC236}">
                <a16:creationId xmlns:a16="http://schemas.microsoft.com/office/drawing/2014/main" id="{BAC5838F-4FC3-41CD-8155-76A346A7A076}"/>
              </a:ext>
            </a:extLst>
          </p:cNvPr>
          <p:cNvSpPr>
            <a:spLocks xmlns:a="http://schemas.openxmlformats.org/drawingml/2006/main" noGrp="1"/>
          </p:cNvSpPr>
          <p:nvPr/>
        </p:nvSpPr>
        <p:spPr>
          <a:xfrm xmlns:a="http://schemas.openxmlformats.org/drawingml/2006/main">
            <a:off x="609600" y="2038350"/>
            <a:ext cx="10648950" cy="1352550"/>
          </a:xfrm>
          <a:prstGeom xmlns:a="http://schemas.openxmlformats.org/drawingml/2006/main" prst="roundRect">
            <a:avLst>
              <a:gd name="adj" fmla="val 8451"/>
            </a:avLst>
          </a:prstGeom>
          <a:solidFill xmlns:a="http://schemas.openxmlformats.org/drawingml/2006/main">
            <a:srgbClr val="11110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83CE991-193F-47E1-86D2-58A112D51AA9}"/>
              </a:ext>
            </a:extLst>
          </p:cNvPr>
          <p:cNvSpPr>
            <a:spLocks xmlns:a="http://schemas.openxmlformats.org/drawingml/2006/main" noGrp="1"/>
          </p:cNvSpPr>
          <p:nvPr/>
        </p:nvSpPr>
        <p:spPr>
          <a:xfrm xmlns:a="http://schemas.openxmlformats.org/drawingml/2006/main">
            <a:off x="914400" y="2457450"/>
            <a:ext cx="10039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FFFFFF"/>
                </a:solidFill>
                <a:latin typeface="Courier New"/>
                <a:ea typeface="Courier New"/>
                <a:cs typeface="Courier New"/>
              </a:defRPr>
            </a:pPr>
            <a:r>
              <a:rPr sz="2025" b="1">
                <a:solidFill>
                  <a:srgbClr val="FFFFFF"/>
                </a:solidFill>
                <a:latin typeface="Courier New"/>
                <a:ea typeface="Courier New"/>
                <a:cs typeface="Courier New"/>
              </a:rPr>
              <a:t>employment_rate ~ treated + post + treated:post</a:t>
            </a:r>
          </a:p>
        </p:txBody>
      </p:sp>
      <p:sp>
        <p:nvSpPr>
          <p:cNvPr id="11" name="">
            <a:extLst xmlns:a="http://schemas.openxmlformats.org/drawingml/2006/main">
              <a:ext uri="{FF2B5EF4-FFF2-40B4-BE49-F238E27FC236}">
                <a16:creationId xmlns:a16="http://schemas.microsoft.com/office/drawing/2014/main" id="{D1368411-5FA9-4A37-A1B4-C0EBF7F918E9}"/>
              </a:ext>
            </a:extLst>
          </p:cNvPr>
          <p:cNvSpPr>
            <a:spLocks xmlns:a="http://schemas.openxmlformats.org/drawingml/2006/main" noGrp="1"/>
          </p:cNvSpPr>
          <p:nvPr/>
        </p:nvSpPr>
        <p:spPr>
          <a:xfrm xmlns:a="http://schemas.openxmlformats.org/drawingml/2006/main">
            <a:off x="609600" y="3771900"/>
            <a:ext cx="5105400" cy="1695450"/>
          </a:xfrm>
          <a:prstGeom xmlns:a="http://schemas.openxmlformats.org/drawingml/2006/main" prst="roundRect">
            <a:avLst>
              <a:gd name="adj" fmla="val 6742"/>
            </a:avLst>
          </a:prstGeom>
          <a:solidFill xmlns:a="http://schemas.openxmlformats.org/drawingml/2006/main">
            <a:srgbClr val="FFFFFF"/>
          </a:solidFill>
          <a:ln xmlns:a="http://schemas.openxmlformats.org/drawingml/2006/main" w="9525">
            <a:solidFill>
              <a:srgbClr val="C8C7BF"/>
            </a:solidFill>
            <a:prstDash val="solid"/>
          </a:ln>
        </p:spPr>
      </p:sp>
      <p:sp>
        <p:nvSpPr>
          <p:cNvPr id="12" name="">
            <a:extLst xmlns:a="http://schemas.openxmlformats.org/drawingml/2006/main">
              <a:ext uri="{FF2B5EF4-FFF2-40B4-BE49-F238E27FC236}">
                <a16:creationId xmlns:a16="http://schemas.microsoft.com/office/drawing/2014/main" id="{6CD4B812-5093-4936-9494-13D1F87FF866}"/>
              </a:ext>
            </a:extLst>
          </p:cNvPr>
          <p:cNvSpPr>
            <a:spLocks xmlns:a="http://schemas.openxmlformats.org/drawingml/2006/main" noGrp="1"/>
          </p:cNvSpPr>
          <p:nvPr/>
        </p:nvSpPr>
        <p:spPr>
          <a:xfrm xmlns:a="http://schemas.openxmlformats.org/drawingml/2006/main">
            <a:off x="857250" y="40386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448FF"/>
                </a:solidFill>
                <a:latin typeface="Arial"/>
                <a:ea typeface="Arial"/>
                <a:cs typeface="Arial"/>
              </a:defRPr>
            </a:pPr>
            <a:r>
              <a:rPr sz="1050" b="1">
                <a:solidFill>
                  <a:srgbClr val="2448FF"/>
                </a:solidFill>
                <a:latin typeface="Arial"/>
                <a:ea typeface="Arial"/>
                <a:cs typeface="Arial"/>
              </a:rPr>
              <a:t>INTERACTION COEFFICIENT</a:t>
            </a:r>
          </a:p>
        </p:txBody>
      </p:sp>
      <p:sp>
        <p:nvSpPr>
          <p:cNvPr id="13" name="">
            <a:extLst xmlns:a="http://schemas.openxmlformats.org/drawingml/2006/main">
              <a:ext uri="{FF2B5EF4-FFF2-40B4-BE49-F238E27FC236}">
                <a16:creationId xmlns:a16="http://schemas.microsoft.com/office/drawing/2014/main" id="{23421829-5005-4A3B-B583-CA021509B23F}"/>
              </a:ext>
            </a:extLst>
          </p:cNvPr>
          <p:cNvSpPr>
            <a:spLocks xmlns:a="http://schemas.openxmlformats.org/drawingml/2006/main" noGrp="1"/>
          </p:cNvSpPr>
          <p:nvPr/>
        </p:nvSpPr>
        <p:spPr>
          <a:xfrm xmlns:a="http://schemas.openxmlformats.org/drawingml/2006/main">
            <a:off x="857250" y="4476750"/>
            <a:ext cx="432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0F"/>
                </a:solidFill>
                <a:latin typeface="Courier New"/>
                <a:ea typeface="Courier New"/>
                <a:cs typeface="Courier New"/>
              </a:defRPr>
            </a:pPr>
            <a:r>
              <a:rPr sz="2850" b="1">
                <a:solidFill>
                  <a:srgbClr val="11110F"/>
                </a:solidFill>
                <a:latin typeface="Courier New"/>
                <a:ea typeface="Courier New"/>
                <a:cs typeface="Courier New"/>
              </a:rPr>
              <a:t>β₃ = 2.6679167</a:t>
            </a:r>
          </a:p>
        </p:txBody>
      </p:sp>
      <p:sp>
        <p:nvSpPr>
          <p:cNvPr id="14" name="">
            <a:extLst xmlns:a="http://schemas.openxmlformats.org/drawingml/2006/main">
              <a:ext uri="{FF2B5EF4-FFF2-40B4-BE49-F238E27FC236}">
                <a16:creationId xmlns:a16="http://schemas.microsoft.com/office/drawing/2014/main" id="{C73B0847-90A8-4386-A8D3-87EBF1C3338F}"/>
              </a:ext>
            </a:extLst>
          </p:cNvPr>
          <p:cNvSpPr>
            <a:spLocks xmlns:a="http://schemas.openxmlformats.org/drawingml/2006/main" noGrp="1"/>
          </p:cNvSpPr>
          <p:nvPr/>
        </p:nvSpPr>
        <p:spPr>
          <a:xfrm xmlns:a="http://schemas.openxmlformats.org/drawingml/2006/main">
            <a:off x="5981700" y="3771900"/>
            <a:ext cx="5276850" cy="1695450"/>
          </a:xfrm>
          <a:prstGeom xmlns:a="http://schemas.openxmlformats.org/drawingml/2006/main" prst="roundRect">
            <a:avLst>
              <a:gd name="adj" fmla="val 6742"/>
            </a:avLst>
          </a:prstGeom>
          <a:solidFill xmlns:a="http://schemas.openxmlformats.org/drawingml/2006/main">
            <a:srgbClr val="D8FF4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96B9783-C52F-49D8-AC0D-BC30B2D555FF}"/>
              </a:ext>
            </a:extLst>
          </p:cNvPr>
          <p:cNvSpPr>
            <a:spLocks xmlns:a="http://schemas.openxmlformats.org/drawingml/2006/main" noGrp="1"/>
          </p:cNvSpPr>
          <p:nvPr/>
        </p:nvSpPr>
        <p:spPr>
          <a:xfrm xmlns:a="http://schemas.openxmlformats.org/drawingml/2006/main">
            <a:off x="6229350" y="4038600"/>
            <a:ext cx="4533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11110F"/>
                </a:solidFill>
                <a:latin typeface="Arial"/>
                <a:ea typeface="Arial"/>
                <a:cs typeface="Arial"/>
              </a:defRPr>
            </a:pPr>
            <a:r>
              <a:rPr sz="1050" b="1">
                <a:solidFill>
                  <a:srgbClr val="11110F"/>
                </a:solidFill>
                <a:latin typeface="Arial"/>
                <a:ea typeface="Arial"/>
                <a:cs typeface="Arial"/>
              </a:rPr>
              <a:t>WHAT REGRESSION DOES NOT DO</a:t>
            </a:r>
          </a:p>
        </p:txBody>
      </p:sp>
      <p:sp>
        <p:nvSpPr>
          <p:cNvPr id="16" name="">
            <a:extLst xmlns:a="http://schemas.openxmlformats.org/drawingml/2006/main">
              <a:ext uri="{FF2B5EF4-FFF2-40B4-BE49-F238E27FC236}">
                <a16:creationId xmlns:a16="http://schemas.microsoft.com/office/drawing/2014/main" id="{2C7D127B-6ACE-468D-AFAC-7FCFC06D2483}"/>
              </a:ext>
            </a:extLst>
          </p:cNvPr>
          <p:cNvSpPr>
            <a:spLocks xmlns:a="http://schemas.openxmlformats.org/drawingml/2006/main" noGrp="1"/>
          </p:cNvSpPr>
          <p:nvPr/>
        </p:nvSpPr>
        <p:spPr>
          <a:xfrm xmlns:a="http://schemas.openxmlformats.org/drawingml/2006/main">
            <a:off x="6229350" y="4438650"/>
            <a:ext cx="447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0F"/>
                </a:solidFill>
                <a:latin typeface="Arial"/>
                <a:ea typeface="Arial"/>
                <a:cs typeface="Arial"/>
              </a:defRPr>
            </a:pPr>
            <a:r>
              <a:rPr sz="1725" b="1">
                <a:solidFill>
                  <a:srgbClr val="11110F"/>
                </a:solidFill>
                <a:latin typeface="Arial"/>
                <a:ea typeface="Arial"/>
                <a:cs typeface="Arial"/>
              </a:rPr>
              <a:t>Rescue a weak comparison group, bad measurement, or invalid timing.</a:t>
            </a:r>
          </a:p>
        </p:txBody>
      </p:sp>
    </p:spTree>
    <p:extLst>
      <p:ext uri="{BB962C8B-B14F-4D97-AF65-F5344CB8AC3E}">
        <p14:creationId xmlns:p14="http://schemas.microsoft.com/office/powerpoint/2010/main" val="687087035"/>
      </p:ext>
    </p:extLst>
  </p:cSld>
</p:sld>
</file>

<file path=ppt/slides/slide9.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150401C-E77F-46BC-936C-D5A4271A7730}"/>
              </a:ext>
            </a:extLst>
          </p:cNvPr>
          <p:cNvSpPr>
            <a:spLocks xmlns:a="http://schemas.openxmlformats.org/drawingml/2006/main" noGrp="1"/>
          </p:cNvSpPr>
          <p:nvPr/>
        </p:nvSpPr>
        <p:spPr>
          <a:xfrm xmlns:a="http://schemas.openxmlformats.org/drawingml/2006/main">
            <a:off x="609600" y="361950"/>
            <a:ext cx="266700" cy="266700"/>
          </a:xfrm>
          <a:prstGeom xmlns:a="http://schemas.openxmlformats.org/drawingml/2006/main" prst="rect">
            <a:avLst/>
          </a:prstGeom>
          <a:solidFill xmlns:a="http://schemas.openxmlformats.org/drawingml/2006/main">
            <a:srgbClr val="2448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2DB3D27-4ADF-4744-AC95-422A664C94FC}"/>
              </a:ext>
            </a:extLst>
          </p:cNvPr>
          <p:cNvSpPr>
            <a:spLocks xmlns:a="http://schemas.openxmlformats.org/drawingml/2006/main" noGrp="1"/>
          </p:cNvSpPr>
          <p:nvPr/>
        </p:nvSpPr>
        <p:spPr>
          <a:xfrm xmlns:a="http://schemas.openxmlformats.org/drawingml/2006/main">
            <a:off x="685800" y="438150"/>
            <a:ext cx="114300" cy="114300"/>
          </a:xfrm>
          <a:prstGeom xmlns:a="http://schemas.openxmlformats.org/drawingml/2006/main" prst="rect">
            <a:avLst/>
          </a:prstGeom>
          <a:solidFill xmlns:a="http://schemas.openxmlformats.org/drawingml/2006/main">
            <a:srgbClr val="F4F1E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A53A286-FDAB-4CA7-9EA2-0F8D38A01847}"/>
              </a:ext>
            </a:extLst>
          </p:cNvPr>
          <p:cNvSpPr>
            <a:spLocks xmlns:a="http://schemas.openxmlformats.org/drawingml/2006/main" noGrp="1"/>
          </p:cNvSpPr>
          <p:nvPr/>
        </p:nvSpPr>
        <p:spPr>
          <a:xfrm xmlns:a="http://schemas.openxmlformats.org/drawingml/2006/main">
            <a:off x="990600" y="3810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11110F"/>
                </a:solidFill>
                <a:latin typeface="Arial"/>
                <a:ea typeface="Arial"/>
                <a:cs typeface="Arial"/>
              </a:defRPr>
            </a:pPr>
            <a:r>
              <a:rPr sz="1050" b="1">
                <a:solidFill>
                  <a:srgbClr val="11110F"/>
                </a:solidFill>
                <a:latin typeface="Arial"/>
                <a:ea typeface="Arial"/>
                <a:cs typeface="Arial"/>
              </a:rPr>
              <a:t>MENA OPEN DATA &amp; EVIDENCE LAB</a:t>
            </a:r>
          </a:p>
        </p:txBody>
      </p:sp>
      <p:sp>
        <p:nvSpPr>
          <p:cNvPr id="4" name="">
            <a:extLst xmlns:a="http://schemas.openxmlformats.org/drawingml/2006/main">
              <a:ext uri="{FF2B5EF4-FFF2-40B4-BE49-F238E27FC236}">
                <a16:creationId xmlns:a16="http://schemas.microsoft.com/office/drawing/2014/main" id="{18773EF7-D71B-46D2-9406-587274C6B3BD}"/>
              </a:ext>
            </a:extLst>
          </p:cNvPr>
          <p:cNvSpPr>
            <a:spLocks xmlns:a="http://schemas.openxmlformats.org/drawingml/2006/main" noGrp="1"/>
          </p:cNvSpPr>
          <p:nvPr/>
        </p:nvSpPr>
        <p:spPr>
          <a:xfrm xmlns:a="http://schemas.openxmlformats.org/drawingml/2006/main">
            <a:off x="8667750" y="381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676A64"/>
                </a:solidFill>
                <a:latin typeface="Arial"/>
                <a:ea typeface="Arial"/>
                <a:cs typeface="Arial"/>
              </a:defRPr>
            </a:pPr>
            <a:r>
              <a:rPr sz="975" b="1">
                <a:solidFill>
                  <a:srgbClr val="676A64"/>
                </a:solidFill>
                <a:latin typeface="Arial"/>
                <a:ea typeface="Arial"/>
                <a:cs typeface="Arial"/>
              </a:rPr>
              <a:t>BOUNDARY</a:t>
            </a:r>
          </a:p>
        </p:txBody>
      </p:sp>
      <p:sp>
        <p:nvSpPr>
          <p:cNvPr id="5" name="">
            <a:extLst xmlns:a="http://schemas.openxmlformats.org/drawingml/2006/main">
              <a:ext uri="{FF2B5EF4-FFF2-40B4-BE49-F238E27FC236}">
                <a16:creationId xmlns:a16="http://schemas.microsoft.com/office/drawing/2014/main" id="{D4F34103-DBB0-4A71-888B-6E1B632A44B4}"/>
              </a:ext>
            </a:extLst>
          </p:cNvPr>
          <p:cNvSpPr>
            <a:spLocks xmlns:a="http://schemas.openxmlformats.org/drawingml/2006/main" noGrp="1"/>
          </p:cNvSpPr>
          <p:nvPr/>
        </p:nvSpPr>
        <p:spPr>
          <a:xfrm xmlns:a="http://schemas.openxmlformats.org/drawingml/2006/main">
            <a:off x="609600" y="742950"/>
            <a:ext cx="10972800" cy="9525"/>
          </a:xfrm>
          <a:prstGeom xmlns:a="http://schemas.openxmlformats.org/drawingml/2006/main" prst="rect">
            <a:avLst/>
          </a:prstGeom>
          <a:solidFill xmlns:a="http://schemas.openxmlformats.org/drawingml/2006/main">
            <a:srgbClr val="C8C7B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53E0289-7267-4433-9E9E-869283139B05}"/>
              </a:ext>
            </a:extLst>
          </p:cNvPr>
          <p:cNvSpPr>
            <a:spLocks xmlns:a="http://schemas.openxmlformats.org/drawingml/2006/main" noGrp="1"/>
          </p:cNvSpPr>
          <p:nvPr/>
        </p:nvSpPr>
        <p:spPr>
          <a:xfrm xmlns:a="http://schemas.openxmlformats.org/drawingml/2006/main">
            <a:off x="609600" y="64579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76A64"/>
                </a:solidFill>
                <a:latin typeface="Arial"/>
                <a:ea typeface="Arial"/>
                <a:cs typeface="Arial"/>
              </a:defRPr>
            </a:pPr>
            <a:r>
              <a:rPr sz="825" b="1">
                <a:solidFill>
                  <a:srgbClr val="676A64"/>
                </a:solidFill>
                <a:latin typeface="Arial"/>
                <a:ea typeface="Arial"/>
                <a:cs typeface="Arial"/>
              </a:rPr>
              <a:t>WORKSHOP 001  •  SCHEDULED 23 AUG 2026</a:t>
            </a:r>
          </a:p>
        </p:txBody>
      </p:sp>
      <p:sp>
        <p:nvSpPr>
          <p:cNvPr id="7" name="">
            <a:extLst xmlns:a="http://schemas.openxmlformats.org/drawingml/2006/main">
              <a:ext uri="{FF2B5EF4-FFF2-40B4-BE49-F238E27FC236}">
                <a16:creationId xmlns:a16="http://schemas.microsoft.com/office/drawing/2014/main" id="{B54B21AB-5D6B-442B-B737-81B323333CD5}"/>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676A64"/>
                </a:solidFill>
                <a:latin typeface="Courier New"/>
                <a:ea typeface="Courier New"/>
                <a:cs typeface="Courier New"/>
              </a:defRPr>
            </a:pPr>
            <a:r>
              <a:rPr sz="900" b="1">
                <a:solidFill>
                  <a:srgbClr val="676A64"/>
                </a:solidFill>
                <a:latin typeface="Courier New"/>
                <a:ea typeface="Courier New"/>
                <a:cs typeface="Courier New"/>
              </a:rPr>
              <a:t>09</a:t>
            </a:r>
          </a:p>
        </p:txBody>
      </p:sp>
      <p:sp>
        <p:nvSpPr>
          <p:cNvPr id="8" name="">
            <a:extLst xmlns:a="http://schemas.openxmlformats.org/drawingml/2006/main">
              <a:ext uri="{FF2B5EF4-FFF2-40B4-BE49-F238E27FC236}">
                <a16:creationId xmlns:a16="http://schemas.microsoft.com/office/drawing/2014/main" id="{8C35737B-3599-4127-8347-DBE84D132A78}"/>
              </a:ext>
            </a:extLst>
          </p:cNvPr>
          <p:cNvSpPr>
            <a:spLocks xmlns:a="http://schemas.openxmlformats.org/drawingml/2006/main" noGrp="1"/>
          </p:cNvSpPr>
          <p:nvPr/>
        </p:nvSpPr>
        <p:spPr>
          <a:xfrm xmlns:a="http://schemas.openxmlformats.org/drawingml/2006/main">
            <a:off x="609600" y="106680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150" b="1">
                <a:solidFill>
                  <a:srgbClr val="11110F"/>
                </a:solidFill>
                <a:latin typeface="Arial"/>
                <a:ea typeface="Arial"/>
                <a:cs typeface="Arial"/>
              </a:defRPr>
            </a:pPr>
            <a:r>
              <a:rPr sz="3150" b="1">
                <a:solidFill>
                  <a:srgbClr val="11110F"/>
                </a:solidFill>
                <a:latin typeface="Arial"/>
                <a:ea typeface="Arial"/>
                <a:cs typeface="Arial"/>
              </a:rPr>
              <a:t>Reproducible ≠ causally credible</a:t>
            </a:r>
          </a:p>
        </p:txBody>
      </p:sp>
      <p:sp>
        <p:nvSpPr>
          <p:cNvPr id="9" name="">
            <a:extLst xmlns:a="http://schemas.openxmlformats.org/drawingml/2006/main">
              <a:ext uri="{FF2B5EF4-FFF2-40B4-BE49-F238E27FC236}">
                <a16:creationId xmlns:a16="http://schemas.microsoft.com/office/drawing/2014/main" id="{3D51C608-85DC-4354-885F-620FF07CFFDD}"/>
              </a:ext>
            </a:extLst>
          </p:cNvPr>
          <p:cNvSpPr>
            <a:spLocks xmlns:a="http://schemas.openxmlformats.org/drawingml/2006/main" noGrp="1"/>
          </p:cNvSpPr>
          <p:nvPr/>
        </p:nvSpPr>
        <p:spPr>
          <a:xfrm xmlns:a="http://schemas.openxmlformats.org/drawingml/2006/main">
            <a:off x="609600" y="2038350"/>
            <a:ext cx="5086350" cy="3448050"/>
          </a:xfrm>
          <a:prstGeom xmlns:a="http://schemas.openxmlformats.org/drawingml/2006/main" prst="roundRect">
            <a:avLst>
              <a:gd name="adj" fmla="val 3315"/>
            </a:avLst>
          </a:prstGeom>
          <a:solidFill xmlns:a="http://schemas.openxmlformats.org/drawingml/2006/main">
            <a:srgbClr val="2448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41F85AE-82D9-4981-89AE-CE45561984B3}"/>
              </a:ext>
            </a:extLst>
          </p:cNvPr>
          <p:cNvSpPr>
            <a:spLocks xmlns:a="http://schemas.openxmlformats.org/drawingml/2006/main" noGrp="1"/>
          </p:cNvSpPr>
          <p:nvPr/>
        </p:nvSpPr>
        <p:spPr>
          <a:xfrm xmlns:a="http://schemas.openxmlformats.org/drawingml/2006/main">
            <a:off x="895350" y="23431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D8FF4E"/>
                </a:solidFill>
                <a:latin typeface="Arial"/>
                <a:ea typeface="Arial"/>
                <a:cs typeface="Arial"/>
              </a:defRPr>
            </a:pPr>
            <a:r>
              <a:rPr sz="1350" b="1">
                <a:solidFill>
                  <a:srgbClr val="D8FF4E"/>
                </a:solidFill>
                <a:latin typeface="Arial"/>
                <a:ea typeface="Arial"/>
                <a:cs typeface="Arial"/>
              </a:rPr>
              <a:t>REPRODUCIBLE</a:t>
            </a:r>
          </a:p>
        </p:txBody>
      </p:sp>
      <p:sp>
        <p:nvSpPr>
          <p:cNvPr id="11" name="">
            <a:extLst xmlns:a="http://schemas.openxmlformats.org/drawingml/2006/main">
              <a:ext uri="{FF2B5EF4-FFF2-40B4-BE49-F238E27FC236}">
                <a16:creationId xmlns:a16="http://schemas.microsoft.com/office/drawing/2014/main" id="{B58C2E54-E17F-4CEC-B469-97909A245B16}"/>
              </a:ext>
            </a:extLst>
          </p:cNvPr>
          <p:cNvSpPr>
            <a:spLocks xmlns:a="http://schemas.openxmlformats.org/drawingml/2006/main" noGrp="1"/>
          </p:cNvSpPr>
          <p:nvPr/>
        </p:nvSpPr>
        <p:spPr>
          <a:xfrm xmlns:a="http://schemas.openxmlformats.org/drawingml/2006/main">
            <a:off x="895350" y="28956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Another researcher can recover:</a:t>
            </a:r>
          </a:p>
        </p:txBody>
      </p:sp>
      <p:sp>
        <p:nvSpPr>
          <p:cNvPr id="12" name="">
            <a:extLst xmlns:a="http://schemas.openxmlformats.org/drawingml/2006/main">
              <a:ext uri="{FF2B5EF4-FFF2-40B4-BE49-F238E27FC236}">
                <a16:creationId xmlns:a16="http://schemas.microsoft.com/office/drawing/2014/main" id="{015C83A6-ACB1-4E10-B3C6-F200AFAEDEA4}"/>
              </a:ext>
            </a:extLst>
          </p:cNvPr>
          <p:cNvSpPr>
            <a:spLocks xmlns:a="http://schemas.openxmlformats.org/drawingml/2006/main" noGrp="1"/>
          </p:cNvSpPr>
          <p:nvPr/>
        </p:nvSpPr>
        <p:spPr>
          <a:xfrm xmlns:a="http://schemas.openxmlformats.org/drawingml/2006/main">
            <a:off x="895350" y="3390900"/>
            <a:ext cx="40005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 the same input</a:t>
            </a:r>
          </a:p>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 the same transformation</a:t>
            </a:r>
          </a:p>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 the same estimate</a:t>
            </a:r>
          </a:p>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 the same version</a:t>
            </a:r>
          </a:p>
        </p:txBody>
      </p:sp>
      <p:sp>
        <p:nvSpPr>
          <p:cNvPr id="13" name="">
            <a:extLst xmlns:a="http://schemas.openxmlformats.org/drawingml/2006/main">
              <a:ext uri="{FF2B5EF4-FFF2-40B4-BE49-F238E27FC236}">
                <a16:creationId xmlns:a16="http://schemas.microsoft.com/office/drawing/2014/main" id="{E988EB7D-6914-488E-B446-69E1EB2FD7B6}"/>
              </a:ext>
            </a:extLst>
          </p:cNvPr>
          <p:cNvSpPr>
            <a:spLocks xmlns:a="http://schemas.openxmlformats.org/drawingml/2006/main" noGrp="1"/>
          </p:cNvSpPr>
          <p:nvPr/>
        </p:nvSpPr>
        <p:spPr>
          <a:xfrm xmlns:a="http://schemas.openxmlformats.org/drawingml/2006/main">
            <a:off x="5981700" y="2038350"/>
            <a:ext cx="5276850" cy="3448050"/>
          </a:xfrm>
          <a:prstGeom xmlns:a="http://schemas.openxmlformats.org/drawingml/2006/main" prst="roundRect">
            <a:avLst>
              <a:gd name="adj" fmla="val 3315"/>
            </a:avLst>
          </a:prstGeom>
          <a:solidFill xmlns:a="http://schemas.openxmlformats.org/drawingml/2006/main">
            <a:srgbClr val="FFFFFF"/>
          </a:solidFill>
          <a:ln xmlns:a="http://schemas.openxmlformats.org/drawingml/2006/main" w="9525">
            <a:solidFill>
              <a:srgbClr val="C8C7BF"/>
            </a:solidFill>
            <a:prstDash val="solid"/>
          </a:ln>
        </p:spPr>
      </p:sp>
      <p:sp>
        <p:nvSpPr>
          <p:cNvPr id="14" name="">
            <a:extLst xmlns:a="http://schemas.openxmlformats.org/drawingml/2006/main">
              <a:ext uri="{FF2B5EF4-FFF2-40B4-BE49-F238E27FC236}">
                <a16:creationId xmlns:a16="http://schemas.microsoft.com/office/drawing/2014/main" id="{97D78190-B6DD-465A-ACFD-8AE1B89F74B7}"/>
              </a:ext>
            </a:extLst>
          </p:cNvPr>
          <p:cNvSpPr>
            <a:spLocks xmlns:a="http://schemas.openxmlformats.org/drawingml/2006/main" noGrp="1"/>
          </p:cNvSpPr>
          <p:nvPr/>
        </p:nvSpPr>
        <p:spPr>
          <a:xfrm xmlns:a="http://schemas.openxmlformats.org/drawingml/2006/main">
            <a:off x="6267450" y="2343150"/>
            <a:ext cx="436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2448FF"/>
                </a:solidFill>
                <a:latin typeface="Arial"/>
                <a:ea typeface="Arial"/>
                <a:cs typeface="Arial"/>
              </a:defRPr>
            </a:pPr>
            <a:r>
              <a:rPr sz="1350" b="1">
                <a:solidFill>
                  <a:srgbClr val="2448FF"/>
                </a:solidFill>
                <a:latin typeface="Arial"/>
                <a:ea typeface="Arial"/>
                <a:cs typeface="Arial"/>
              </a:rPr>
              <a:t>CAUSALLY CREDIBLE</a:t>
            </a:r>
          </a:p>
        </p:txBody>
      </p:sp>
      <p:sp>
        <p:nvSpPr>
          <p:cNvPr id="15" name="">
            <a:extLst xmlns:a="http://schemas.openxmlformats.org/drawingml/2006/main">
              <a:ext uri="{FF2B5EF4-FFF2-40B4-BE49-F238E27FC236}">
                <a16:creationId xmlns:a16="http://schemas.microsoft.com/office/drawing/2014/main" id="{1DF36347-3D0E-463B-BF7F-1FB727771195}"/>
              </a:ext>
            </a:extLst>
          </p:cNvPr>
          <p:cNvSpPr>
            <a:spLocks xmlns:a="http://schemas.openxmlformats.org/drawingml/2006/main" noGrp="1"/>
          </p:cNvSpPr>
          <p:nvPr/>
        </p:nvSpPr>
        <p:spPr>
          <a:xfrm xmlns:a="http://schemas.openxmlformats.org/drawingml/2006/main">
            <a:off x="6267450" y="2895600"/>
            <a:ext cx="436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10F"/>
                </a:solidFill>
                <a:latin typeface="Arial"/>
                <a:ea typeface="Arial"/>
                <a:cs typeface="Arial"/>
              </a:defRPr>
            </a:pPr>
            <a:r>
              <a:rPr sz="1500" b="1">
                <a:solidFill>
                  <a:srgbClr val="11110F"/>
                </a:solidFill>
                <a:latin typeface="Arial"/>
                <a:ea typeface="Arial"/>
                <a:cs typeface="Arial"/>
              </a:rPr>
              <a:t>The design also survives questions about:</a:t>
            </a:r>
          </a:p>
        </p:txBody>
      </p:sp>
      <p:sp>
        <p:nvSpPr>
          <p:cNvPr id="16" name="">
            <a:extLst xmlns:a="http://schemas.openxmlformats.org/drawingml/2006/main">
              <a:ext uri="{FF2B5EF4-FFF2-40B4-BE49-F238E27FC236}">
                <a16:creationId xmlns:a16="http://schemas.microsoft.com/office/drawing/2014/main" id="{77EE77E4-BC4A-4F2E-9C11-6D3888968CF1}"/>
              </a:ext>
            </a:extLst>
          </p:cNvPr>
          <p:cNvSpPr>
            <a:spLocks xmlns:a="http://schemas.openxmlformats.org/drawingml/2006/main" noGrp="1"/>
          </p:cNvSpPr>
          <p:nvPr/>
        </p:nvSpPr>
        <p:spPr>
          <a:xfrm xmlns:a="http://schemas.openxmlformats.org/drawingml/2006/main">
            <a:off x="6267450" y="3390900"/>
            <a:ext cx="436245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11110F"/>
                </a:solidFill>
                <a:latin typeface="Arial"/>
                <a:ea typeface="Arial"/>
                <a:cs typeface="Arial"/>
              </a:defRPr>
            </a:pPr>
            <a:r>
              <a:rPr sz="1650" b="0">
                <a:solidFill>
                  <a:srgbClr val="11110F"/>
                </a:solidFill>
                <a:latin typeface="Arial"/>
                <a:ea typeface="Arial"/>
                <a:cs typeface="Arial"/>
              </a:rPr>
              <a:t>• parallel trends</a:t>
            </a:r>
          </a:p>
          <a:p xmlns:a="http://schemas.openxmlformats.org/drawingml/2006/main">
            <a:pPr algn="l">
              <a:defRPr sz="1650" b="0">
                <a:solidFill>
                  <a:srgbClr val="11110F"/>
                </a:solidFill>
                <a:latin typeface="Arial"/>
                <a:ea typeface="Arial"/>
                <a:cs typeface="Arial"/>
              </a:defRPr>
            </a:pPr>
            <a:r>
              <a:rPr sz="1650" b="0">
                <a:solidFill>
                  <a:srgbClr val="11110F"/>
                </a:solidFill>
                <a:latin typeface="Arial"/>
                <a:ea typeface="Arial"/>
                <a:cs typeface="Arial"/>
              </a:rPr>
              <a:t>• anticipation and timing</a:t>
            </a:r>
          </a:p>
          <a:p xmlns:a="http://schemas.openxmlformats.org/drawingml/2006/main">
            <a:pPr algn="l">
              <a:defRPr sz="1650" b="0">
                <a:solidFill>
                  <a:srgbClr val="11110F"/>
                </a:solidFill>
                <a:latin typeface="Arial"/>
                <a:ea typeface="Arial"/>
                <a:cs typeface="Arial"/>
              </a:defRPr>
            </a:pPr>
            <a:r>
              <a:rPr sz="1650" b="0">
                <a:solidFill>
                  <a:srgbClr val="11110F"/>
                </a:solidFill>
                <a:latin typeface="Arial"/>
                <a:ea typeface="Arial"/>
                <a:cs typeface="Arial"/>
              </a:rPr>
              <a:t>• composition and measurement</a:t>
            </a:r>
          </a:p>
          <a:p xmlns:a="http://schemas.openxmlformats.org/drawingml/2006/main">
            <a:pPr algn="l">
              <a:defRPr sz="1650" b="0">
                <a:solidFill>
                  <a:srgbClr val="11110F"/>
                </a:solidFill>
                <a:latin typeface="Arial"/>
                <a:ea typeface="Arial"/>
                <a:cs typeface="Arial"/>
              </a:defRPr>
            </a:pPr>
            <a:r>
              <a:rPr sz="1650" b="0">
                <a:solidFill>
                  <a:srgbClr val="11110F"/>
                </a:solidFill>
                <a:latin typeface="Arial"/>
                <a:ea typeface="Arial"/>
                <a:cs typeface="Arial"/>
              </a:rPr>
              <a:t>• serial correlation / few clusters</a:t>
            </a:r>
          </a:p>
        </p:txBody>
      </p:sp>
    </p:spTree>
    <p:extLst>
      <p:ext uri="{BB962C8B-B14F-4D97-AF65-F5344CB8AC3E}">
        <p14:creationId xmlns:p14="http://schemas.microsoft.com/office/powerpoint/2010/main" val="1402702866"/>
      </p:ext>
    </p:extLst>
  </p:cSld>
</p:sld>
</file>

<file path=ppt/slides/slide10.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2581111-D3D7-49E1-A496-325B98E59EA2}"/>
              </a:ext>
            </a:extLst>
          </p:cNvPr>
          <p:cNvSpPr>
            <a:spLocks xmlns:a="http://schemas.openxmlformats.org/drawingml/2006/main" noGrp="1"/>
          </p:cNvSpPr>
          <p:nvPr/>
        </p:nvSpPr>
        <p:spPr>
          <a:xfrm xmlns:a="http://schemas.openxmlformats.org/drawingml/2006/main">
            <a:off x="609600" y="361950"/>
            <a:ext cx="266700" cy="266700"/>
          </a:xfrm>
          <a:prstGeom xmlns:a="http://schemas.openxmlformats.org/drawingml/2006/main" prst="rect">
            <a:avLst/>
          </a:prstGeom>
          <a:solidFill xmlns:a="http://schemas.openxmlformats.org/drawingml/2006/main">
            <a:srgbClr val="2448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49D0EBF-980E-444C-AC7A-07228664A4CB}"/>
              </a:ext>
            </a:extLst>
          </p:cNvPr>
          <p:cNvSpPr>
            <a:spLocks xmlns:a="http://schemas.openxmlformats.org/drawingml/2006/main" noGrp="1"/>
          </p:cNvSpPr>
          <p:nvPr/>
        </p:nvSpPr>
        <p:spPr>
          <a:xfrm xmlns:a="http://schemas.openxmlformats.org/drawingml/2006/main">
            <a:off x="685800" y="438150"/>
            <a:ext cx="114300" cy="114300"/>
          </a:xfrm>
          <a:prstGeom xmlns:a="http://schemas.openxmlformats.org/drawingml/2006/main" prst="rect">
            <a:avLst/>
          </a:prstGeom>
          <a:solidFill xmlns:a="http://schemas.openxmlformats.org/drawingml/2006/main">
            <a:srgbClr val="F4F1E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18D6B45-60C0-4122-9D8B-84D729730C28}"/>
              </a:ext>
            </a:extLst>
          </p:cNvPr>
          <p:cNvSpPr>
            <a:spLocks xmlns:a="http://schemas.openxmlformats.org/drawingml/2006/main" noGrp="1"/>
          </p:cNvSpPr>
          <p:nvPr/>
        </p:nvSpPr>
        <p:spPr>
          <a:xfrm xmlns:a="http://schemas.openxmlformats.org/drawingml/2006/main">
            <a:off x="990600" y="3810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11110F"/>
                </a:solidFill>
                <a:latin typeface="Arial"/>
                <a:ea typeface="Arial"/>
                <a:cs typeface="Arial"/>
              </a:defRPr>
            </a:pPr>
            <a:r>
              <a:rPr sz="1050" b="1">
                <a:solidFill>
                  <a:srgbClr val="11110F"/>
                </a:solidFill>
                <a:latin typeface="Arial"/>
                <a:ea typeface="Arial"/>
                <a:cs typeface="Arial"/>
              </a:rPr>
              <a:t>MENA OPEN DATA &amp; EVIDENCE LAB</a:t>
            </a:r>
          </a:p>
        </p:txBody>
      </p:sp>
      <p:sp>
        <p:nvSpPr>
          <p:cNvPr id="4" name="">
            <a:extLst xmlns:a="http://schemas.openxmlformats.org/drawingml/2006/main">
              <a:ext uri="{FF2B5EF4-FFF2-40B4-BE49-F238E27FC236}">
                <a16:creationId xmlns:a16="http://schemas.microsoft.com/office/drawing/2014/main" id="{A512C4B5-2C4F-4ED7-97C2-BDA97C57A0DF}"/>
              </a:ext>
            </a:extLst>
          </p:cNvPr>
          <p:cNvSpPr>
            <a:spLocks xmlns:a="http://schemas.openxmlformats.org/drawingml/2006/main" noGrp="1"/>
          </p:cNvSpPr>
          <p:nvPr/>
        </p:nvSpPr>
        <p:spPr>
          <a:xfrm xmlns:a="http://schemas.openxmlformats.org/drawingml/2006/main">
            <a:off x="8667750" y="381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676A64"/>
                </a:solidFill>
                <a:latin typeface="Arial"/>
                <a:ea typeface="Arial"/>
                <a:cs typeface="Arial"/>
              </a:defRPr>
            </a:pPr>
            <a:r>
              <a:rPr sz="975" b="1">
                <a:solidFill>
                  <a:srgbClr val="676A64"/>
                </a:solidFill>
                <a:latin typeface="Arial"/>
                <a:ea typeface="Arial"/>
                <a:cs typeface="Arial"/>
              </a:rPr>
              <a:t>SENSITIVITY</a:t>
            </a:r>
          </a:p>
        </p:txBody>
      </p:sp>
      <p:sp>
        <p:nvSpPr>
          <p:cNvPr id="5" name="">
            <a:extLst xmlns:a="http://schemas.openxmlformats.org/drawingml/2006/main">
              <a:ext uri="{FF2B5EF4-FFF2-40B4-BE49-F238E27FC236}">
                <a16:creationId xmlns:a16="http://schemas.microsoft.com/office/drawing/2014/main" id="{BC40FEA2-410E-43F8-B5ED-08233F0ACE50}"/>
              </a:ext>
            </a:extLst>
          </p:cNvPr>
          <p:cNvSpPr>
            <a:spLocks xmlns:a="http://schemas.openxmlformats.org/drawingml/2006/main" noGrp="1"/>
          </p:cNvSpPr>
          <p:nvPr/>
        </p:nvSpPr>
        <p:spPr>
          <a:xfrm xmlns:a="http://schemas.openxmlformats.org/drawingml/2006/main">
            <a:off x="609600" y="742950"/>
            <a:ext cx="10972800" cy="9525"/>
          </a:xfrm>
          <a:prstGeom xmlns:a="http://schemas.openxmlformats.org/drawingml/2006/main" prst="rect">
            <a:avLst/>
          </a:prstGeom>
          <a:solidFill xmlns:a="http://schemas.openxmlformats.org/drawingml/2006/main">
            <a:srgbClr val="C8C7B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32112CD-9517-485B-9CC7-DB1922D0C677}"/>
              </a:ext>
            </a:extLst>
          </p:cNvPr>
          <p:cNvSpPr>
            <a:spLocks xmlns:a="http://schemas.openxmlformats.org/drawingml/2006/main" noGrp="1"/>
          </p:cNvSpPr>
          <p:nvPr/>
        </p:nvSpPr>
        <p:spPr>
          <a:xfrm xmlns:a="http://schemas.openxmlformats.org/drawingml/2006/main">
            <a:off x="609600" y="64579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76A64"/>
                </a:solidFill>
                <a:latin typeface="Arial"/>
                <a:ea typeface="Arial"/>
                <a:cs typeface="Arial"/>
              </a:defRPr>
            </a:pPr>
            <a:r>
              <a:rPr sz="825" b="1">
                <a:solidFill>
                  <a:srgbClr val="676A64"/>
                </a:solidFill>
                <a:latin typeface="Arial"/>
                <a:ea typeface="Arial"/>
                <a:cs typeface="Arial"/>
              </a:rPr>
              <a:t>WORKSHOP 001  •  SCHEDULED 23 AUG 2026</a:t>
            </a:r>
          </a:p>
        </p:txBody>
      </p:sp>
      <p:sp>
        <p:nvSpPr>
          <p:cNvPr id="7" name="">
            <a:extLst xmlns:a="http://schemas.openxmlformats.org/drawingml/2006/main">
              <a:ext uri="{FF2B5EF4-FFF2-40B4-BE49-F238E27FC236}">
                <a16:creationId xmlns:a16="http://schemas.microsoft.com/office/drawing/2014/main" id="{9A21A45F-34A5-4FC7-B357-C0A3A83D0C5E}"/>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676A64"/>
                </a:solidFill>
                <a:latin typeface="Courier New"/>
                <a:ea typeface="Courier New"/>
                <a:cs typeface="Courier New"/>
              </a:defRPr>
            </a:pPr>
            <a:r>
              <a:rPr sz="900" b="1">
                <a:solidFill>
                  <a:srgbClr val="676A64"/>
                </a:solidFill>
                <a:latin typeface="Courier New"/>
                <a:ea typeface="Courier New"/>
                <a:cs typeface="Courier New"/>
              </a:rPr>
              <a:t>10</a:t>
            </a:r>
          </a:p>
        </p:txBody>
      </p:sp>
      <p:sp>
        <p:nvSpPr>
          <p:cNvPr id="8" name="">
            <a:extLst xmlns:a="http://schemas.openxmlformats.org/drawingml/2006/main">
              <a:ext uri="{FF2B5EF4-FFF2-40B4-BE49-F238E27FC236}">
                <a16:creationId xmlns:a16="http://schemas.microsoft.com/office/drawing/2014/main" id="{A4A4AE1C-4B08-49B2-8467-40B58B9907DB}"/>
              </a:ext>
            </a:extLst>
          </p:cNvPr>
          <p:cNvSpPr>
            <a:spLocks xmlns:a="http://schemas.openxmlformats.org/drawingml/2006/main" noGrp="1"/>
          </p:cNvSpPr>
          <p:nvPr/>
        </p:nvSpPr>
        <p:spPr>
          <a:xfrm xmlns:a="http://schemas.openxmlformats.org/drawingml/2006/main">
            <a:off x="609600" y="106680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150" b="1">
                <a:solidFill>
                  <a:srgbClr val="11110F"/>
                </a:solidFill>
                <a:latin typeface="Arial"/>
                <a:ea typeface="Arial"/>
                <a:cs typeface="Arial"/>
              </a:defRPr>
            </a:pPr>
            <a:r>
              <a:rPr sz="3150" b="1">
                <a:solidFill>
                  <a:srgbClr val="11110F"/>
                </a:solidFill>
                <a:latin typeface="Arial"/>
                <a:ea typeface="Arial"/>
                <a:cs typeface="Arial"/>
              </a:rPr>
              <a:t>Break the result deliberately</a:t>
            </a:r>
          </a:p>
        </p:txBody>
      </p:sp>
      <p:sp>
        <p:nvSpPr>
          <p:cNvPr id="9" name="">
            <a:extLst xmlns:a="http://schemas.openxmlformats.org/drawingml/2006/main">
              <a:ext uri="{FF2B5EF4-FFF2-40B4-BE49-F238E27FC236}">
                <a16:creationId xmlns:a16="http://schemas.microsoft.com/office/drawing/2014/main" id="{3B91F1C3-FA32-4472-87AC-D1E3AEB4876D}"/>
              </a:ext>
            </a:extLst>
          </p:cNvPr>
          <p:cNvSpPr>
            <a:spLocks xmlns:a="http://schemas.openxmlformats.org/drawingml/2006/main" noGrp="1"/>
          </p:cNvSpPr>
          <p:nvPr/>
        </p:nvSpPr>
        <p:spPr>
          <a:xfrm xmlns:a="http://schemas.openxmlformats.org/drawingml/2006/main">
            <a:off x="609600" y="165735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676A64"/>
                </a:solidFill>
                <a:latin typeface="Arial"/>
                <a:ea typeface="Arial"/>
                <a:cs typeface="Arial"/>
              </a:defRPr>
            </a:pPr>
            <a:r>
              <a:rPr sz="1500" b="0">
                <a:solidFill>
                  <a:srgbClr val="676A64"/>
                </a:solidFill>
                <a:latin typeface="Arial"/>
                <a:ea typeface="Arial"/>
                <a:cs typeface="Arial"/>
              </a:rPr>
              <a:t>A stable workflow makes disagreement visible instead of burying it.</a:t>
            </a:r>
          </a:p>
        </p:txBody>
      </p:sp>
      <p:sp>
        <p:nvSpPr>
          <p:cNvPr id="10" name="">
            <a:extLst xmlns:a="http://schemas.openxmlformats.org/drawingml/2006/main">
              <a:ext uri="{FF2B5EF4-FFF2-40B4-BE49-F238E27FC236}">
                <a16:creationId xmlns:a16="http://schemas.microsoft.com/office/drawing/2014/main" id="{9CA17190-205A-47A7-88D9-02F63B4CCD10}"/>
              </a:ext>
            </a:extLst>
          </p:cNvPr>
          <p:cNvSpPr>
            <a:spLocks xmlns:a="http://schemas.openxmlformats.org/drawingml/2006/main" noGrp="1"/>
          </p:cNvSpPr>
          <p:nvPr/>
        </p:nvSpPr>
        <p:spPr>
          <a:xfrm xmlns:a="http://schemas.openxmlformats.org/drawingml/2006/main">
            <a:off x="609600" y="2305050"/>
            <a:ext cx="333375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C8C7BF"/>
            </a:solidFill>
            <a:prstDash val="solid"/>
          </a:ln>
        </p:spPr>
      </p:sp>
      <p:sp>
        <p:nvSpPr>
          <p:cNvPr id="11" name="">
            <a:extLst xmlns:a="http://schemas.openxmlformats.org/drawingml/2006/main">
              <a:ext uri="{FF2B5EF4-FFF2-40B4-BE49-F238E27FC236}">
                <a16:creationId xmlns:a16="http://schemas.microsoft.com/office/drawing/2014/main" id="{EBD8C458-19B6-44B7-9E2F-C517E0726063}"/>
              </a:ext>
            </a:extLst>
          </p:cNvPr>
          <p:cNvSpPr>
            <a:spLocks xmlns:a="http://schemas.openxmlformats.org/drawingml/2006/main" noGrp="1"/>
          </p:cNvSpPr>
          <p:nvPr/>
        </p:nvSpPr>
        <p:spPr>
          <a:xfrm xmlns:a="http://schemas.openxmlformats.org/drawingml/2006/main">
            <a:off x="819150" y="2495550"/>
            <a:ext cx="2914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448FF"/>
                </a:solidFill>
                <a:latin typeface="Arial"/>
                <a:ea typeface="Arial"/>
                <a:cs typeface="Arial"/>
              </a:defRPr>
            </a:pPr>
            <a:r>
              <a:rPr sz="1050" b="1">
                <a:solidFill>
                  <a:srgbClr val="2448FF"/>
                </a:solidFill>
                <a:latin typeface="Arial"/>
                <a:ea typeface="Arial"/>
                <a:cs typeface="Arial"/>
              </a:rPr>
              <a:t>SAMPLE</a:t>
            </a:r>
          </a:p>
        </p:txBody>
      </p:sp>
      <p:sp>
        <p:nvSpPr>
          <p:cNvPr id="12" name="">
            <a:extLst xmlns:a="http://schemas.openxmlformats.org/drawingml/2006/main">
              <a:ext uri="{FF2B5EF4-FFF2-40B4-BE49-F238E27FC236}">
                <a16:creationId xmlns:a16="http://schemas.microsoft.com/office/drawing/2014/main" id="{1EF03F50-2ECF-437C-9E80-CFE98C4AB278}"/>
              </a:ext>
            </a:extLst>
          </p:cNvPr>
          <p:cNvSpPr>
            <a:spLocks xmlns:a="http://schemas.openxmlformats.org/drawingml/2006/main" noGrp="1"/>
          </p:cNvSpPr>
          <p:nvPr/>
        </p:nvSpPr>
        <p:spPr>
          <a:xfrm xmlns:a="http://schemas.openxmlformats.org/drawingml/2006/main">
            <a:off x="819150" y="289560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0F"/>
                </a:solidFill>
                <a:latin typeface="Arial"/>
                <a:ea typeface="Arial"/>
                <a:cs typeface="Arial"/>
              </a:defRPr>
            </a:pPr>
            <a:r>
              <a:rPr sz="1725" b="1">
                <a:solidFill>
                  <a:srgbClr val="11110F"/>
                </a:solidFill>
                <a:latin typeface="Arial"/>
                <a:ea typeface="Arial"/>
                <a:cs typeface="Arial"/>
              </a:rPr>
              <a:t>Drop one region</a:t>
            </a:r>
          </a:p>
        </p:txBody>
      </p:sp>
      <p:sp>
        <p:nvSpPr>
          <p:cNvPr id="13" name="">
            <a:extLst xmlns:a="http://schemas.openxmlformats.org/drawingml/2006/main">
              <a:ext uri="{FF2B5EF4-FFF2-40B4-BE49-F238E27FC236}">
                <a16:creationId xmlns:a16="http://schemas.microsoft.com/office/drawing/2014/main" id="{FC0B826B-3D1E-496C-954A-6F33C4A26161}"/>
              </a:ext>
            </a:extLst>
          </p:cNvPr>
          <p:cNvSpPr>
            <a:spLocks xmlns:a="http://schemas.openxmlformats.org/drawingml/2006/main" noGrp="1"/>
          </p:cNvSpPr>
          <p:nvPr/>
        </p:nvSpPr>
        <p:spPr>
          <a:xfrm xmlns:a="http://schemas.openxmlformats.org/drawingml/2006/main">
            <a:off x="4267200" y="2305050"/>
            <a:ext cx="333375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C8C7BF"/>
            </a:solidFill>
            <a:prstDash val="solid"/>
          </a:ln>
        </p:spPr>
      </p:sp>
      <p:sp>
        <p:nvSpPr>
          <p:cNvPr id="14" name="">
            <a:extLst xmlns:a="http://schemas.openxmlformats.org/drawingml/2006/main">
              <a:ext uri="{FF2B5EF4-FFF2-40B4-BE49-F238E27FC236}">
                <a16:creationId xmlns:a16="http://schemas.microsoft.com/office/drawing/2014/main" id="{A76B18AE-2BF3-4965-AFCE-3C9F637DFBD9}"/>
              </a:ext>
            </a:extLst>
          </p:cNvPr>
          <p:cNvSpPr>
            <a:spLocks xmlns:a="http://schemas.openxmlformats.org/drawingml/2006/main" noGrp="1"/>
          </p:cNvSpPr>
          <p:nvPr/>
        </p:nvSpPr>
        <p:spPr>
          <a:xfrm xmlns:a="http://schemas.openxmlformats.org/drawingml/2006/main">
            <a:off x="4476750" y="2495550"/>
            <a:ext cx="2914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448FF"/>
                </a:solidFill>
                <a:latin typeface="Arial"/>
                <a:ea typeface="Arial"/>
                <a:cs typeface="Arial"/>
              </a:defRPr>
            </a:pPr>
            <a:r>
              <a:rPr sz="1050" b="1">
                <a:solidFill>
                  <a:srgbClr val="2448FF"/>
                </a:solidFill>
                <a:latin typeface="Arial"/>
                <a:ea typeface="Arial"/>
                <a:cs typeface="Arial"/>
              </a:rPr>
              <a:t>TIMING</a:t>
            </a:r>
          </a:p>
        </p:txBody>
      </p:sp>
      <p:sp>
        <p:nvSpPr>
          <p:cNvPr id="15" name="">
            <a:extLst xmlns:a="http://schemas.openxmlformats.org/drawingml/2006/main">
              <a:ext uri="{FF2B5EF4-FFF2-40B4-BE49-F238E27FC236}">
                <a16:creationId xmlns:a16="http://schemas.microsoft.com/office/drawing/2014/main" id="{BB47F537-61AC-425F-BDD9-D941F3BBC86C}"/>
              </a:ext>
            </a:extLst>
          </p:cNvPr>
          <p:cNvSpPr>
            <a:spLocks xmlns:a="http://schemas.openxmlformats.org/drawingml/2006/main" noGrp="1"/>
          </p:cNvSpPr>
          <p:nvPr/>
        </p:nvSpPr>
        <p:spPr>
          <a:xfrm xmlns:a="http://schemas.openxmlformats.org/drawingml/2006/main">
            <a:off x="4476750" y="289560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0F"/>
                </a:solidFill>
                <a:latin typeface="Arial"/>
                <a:ea typeface="Arial"/>
                <a:cs typeface="Arial"/>
              </a:defRPr>
            </a:pPr>
            <a:r>
              <a:rPr sz="1725" b="1">
                <a:solidFill>
                  <a:srgbClr val="11110F"/>
                </a:solidFill>
                <a:latin typeface="Arial"/>
                <a:ea typeface="Arial"/>
                <a:cs typeface="Arial"/>
              </a:rPr>
              <a:t>Shift policy onset</a:t>
            </a:r>
          </a:p>
        </p:txBody>
      </p:sp>
      <p:sp>
        <p:nvSpPr>
          <p:cNvPr id="16" name="">
            <a:extLst xmlns:a="http://schemas.openxmlformats.org/drawingml/2006/main">
              <a:ext uri="{FF2B5EF4-FFF2-40B4-BE49-F238E27FC236}">
                <a16:creationId xmlns:a16="http://schemas.microsoft.com/office/drawing/2014/main" id="{D6F7B789-CB44-40ED-9466-EA06A971E16B}"/>
              </a:ext>
            </a:extLst>
          </p:cNvPr>
          <p:cNvSpPr>
            <a:spLocks xmlns:a="http://schemas.openxmlformats.org/drawingml/2006/main" noGrp="1"/>
          </p:cNvSpPr>
          <p:nvPr/>
        </p:nvSpPr>
        <p:spPr>
          <a:xfrm xmlns:a="http://schemas.openxmlformats.org/drawingml/2006/main">
            <a:off x="7924800" y="2305050"/>
            <a:ext cx="333375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C8C7BF"/>
            </a:solidFill>
            <a:prstDash val="solid"/>
          </a:ln>
        </p:spPr>
      </p:sp>
      <p:sp>
        <p:nvSpPr>
          <p:cNvPr id="17" name="">
            <a:extLst xmlns:a="http://schemas.openxmlformats.org/drawingml/2006/main">
              <a:ext uri="{FF2B5EF4-FFF2-40B4-BE49-F238E27FC236}">
                <a16:creationId xmlns:a16="http://schemas.microsoft.com/office/drawing/2014/main" id="{895EA8BD-8198-4367-BB52-371685C54A81}"/>
              </a:ext>
            </a:extLst>
          </p:cNvPr>
          <p:cNvSpPr>
            <a:spLocks xmlns:a="http://schemas.openxmlformats.org/drawingml/2006/main" noGrp="1"/>
          </p:cNvSpPr>
          <p:nvPr/>
        </p:nvSpPr>
        <p:spPr>
          <a:xfrm xmlns:a="http://schemas.openxmlformats.org/drawingml/2006/main">
            <a:off x="8134350" y="2495550"/>
            <a:ext cx="2914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448FF"/>
                </a:solidFill>
                <a:latin typeface="Arial"/>
                <a:ea typeface="Arial"/>
                <a:cs typeface="Arial"/>
              </a:defRPr>
            </a:pPr>
            <a:r>
              <a:rPr sz="1050" b="1">
                <a:solidFill>
                  <a:srgbClr val="2448FF"/>
                </a:solidFill>
                <a:latin typeface="Arial"/>
                <a:ea typeface="Arial"/>
                <a:cs typeface="Arial"/>
              </a:rPr>
              <a:t>MISSING</a:t>
            </a:r>
          </a:p>
        </p:txBody>
      </p:sp>
      <p:sp>
        <p:nvSpPr>
          <p:cNvPr id="18" name="">
            <a:extLst xmlns:a="http://schemas.openxmlformats.org/drawingml/2006/main">
              <a:ext uri="{FF2B5EF4-FFF2-40B4-BE49-F238E27FC236}">
                <a16:creationId xmlns:a16="http://schemas.microsoft.com/office/drawing/2014/main" id="{60112C8E-4748-48D8-9623-38D5CF75B0E4}"/>
              </a:ext>
            </a:extLst>
          </p:cNvPr>
          <p:cNvSpPr>
            <a:spLocks xmlns:a="http://schemas.openxmlformats.org/drawingml/2006/main" noGrp="1"/>
          </p:cNvSpPr>
          <p:nvPr/>
        </p:nvSpPr>
        <p:spPr>
          <a:xfrm xmlns:a="http://schemas.openxmlformats.org/drawingml/2006/main">
            <a:off x="8134350" y="289560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0F"/>
                </a:solidFill>
                <a:latin typeface="Arial"/>
                <a:ea typeface="Arial"/>
                <a:cs typeface="Arial"/>
              </a:defRPr>
            </a:pPr>
            <a:r>
              <a:rPr sz="1725" b="1">
                <a:solidFill>
                  <a:srgbClr val="11110F"/>
                </a:solidFill>
                <a:latin typeface="Arial"/>
                <a:ea typeface="Arial"/>
                <a:cs typeface="Arial"/>
              </a:rPr>
              <a:t>Introduce one NA</a:t>
            </a:r>
          </a:p>
        </p:txBody>
      </p:sp>
      <p:sp>
        <p:nvSpPr>
          <p:cNvPr id="19" name="">
            <a:extLst xmlns:a="http://schemas.openxmlformats.org/drawingml/2006/main">
              <a:ext uri="{FF2B5EF4-FFF2-40B4-BE49-F238E27FC236}">
                <a16:creationId xmlns:a16="http://schemas.microsoft.com/office/drawing/2014/main" id="{B84B2C01-791D-4ED5-B06E-F2CC05E7D19F}"/>
              </a:ext>
            </a:extLst>
          </p:cNvPr>
          <p:cNvSpPr>
            <a:spLocks xmlns:a="http://schemas.openxmlformats.org/drawingml/2006/main" noGrp="1"/>
          </p:cNvSpPr>
          <p:nvPr/>
        </p:nvSpPr>
        <p:spPr>
          <a:xfrm xmlns:a="http://schemas.openxmlformats.org/drawingml/2006/main">
            <a:off x="609600" y="3886200"/>
            <a:ext cx="333375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C8C7BF"/>
            </a:solidFill>
            <a:prstDash val="solid"/>
          </a:ln>
        </p:spPr>
      </p:sp>
      <p:sp>
        <p:nvSpPr>
          <p:cNvPr id="20" name="">
            <a:extLst xmlns:a="http://schemas.openxmlformats.org/drawingml/2006/main">
              <a:ext uri="{FF2B5EF4-FFF2-40B4-BE49-F238E27FC236}">
                <a16:creationId xmlns:a16="http://schemas.microsoft.com/office/drawing/2014/main" id="{11ED6F82-EB18-42A7-BD47-9179BD6D383B}"/>
              </a:ext>
            </a:extLst>
          </p:cNvPr>
          <p:cNvSpPr>
            <a:spLocks xmlns:a="http://schemas.openxmlformats.org/drawingml/2006/main" noGrp="1"/>
          </p:cNvSpPr>
          <p:nvPr/>
        </p:nvSpPr>
        <p:spPr>
          <a:xfrm xmlns:a="http://schemas.openxmlformats.org/drawingml/2006/main">
            <a:off x="819150" y="4076700"/>
            <a:ext cx="2914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448FF"/>
                </a:solidFill>
                <a:latin typeface="Arial"/>
                <a:ea typeface="Arial"/>
                <a:cs typeface="Arial"/>
              </a:defRPr>
            </a:pPr>
            <a:r>
              <a:rPr sz="1050" b="1">
                <a:solidFill>
                  <a:srgbClr val="2448FF"/>
                </a:solidFill>
                <a:latin typeface="Arial"/>
                <a:ea typeface="Arial"/>
                <a:cs typeface="Arial"/>
              </a:rPr>
              <a:t>OUTCOME</a:t>
            </a:r>
          </a:p>
        </p:txBody>
      </p:sp>
      <p:sp>
        <p:nvSpPr>
          <p:cNvPr id="21" name="">
            <a:extLst xmlns:a="http://schemas.openxmlformats.org/drawingml/2006/main">
              <a:ext uri="{FF2B5EF4-FFF2-40B4-BE49-F238E27FC236}">
                <a16:creationId xmlns:a16="http://schemas.microsoft.com/office/drawing/2014/main" id="{29F7E1EF-C50C-4552-980E-3E99D6B2CD32}"/>
              </a:ext>
            </a:extLst>
          </p:cNvPr>
          <p:cNvSpPr>
            <a:spLocks xmlns:a="http://schemas.openxmlformats.org/drawingml/2006/main" noGrp="1"/>
          </p:cNvSpPr>
          <p:nvPr/>
        </p:nvSpPr>
        <p:spPr>
          <a:xfrm xmlns:a="http://schemas.openxmlformats.org/drawingml/2006/main">
            <a:off x="819150" y="44767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0F"/>
                </a:solidFill>
                <a:latin typeface="Arial"/>
                <a:ea typeface="Arial"/>
                <a:cs typeface="Arial"/>
              </a:defRPr>
            </a:pPr>
            <a:r>
              <a:rPr sz="1725" b="1">
                <a:solidFill>
                  <a:srgbClr val="11110F"/>
                </a:solidFill>
                <a:latin typeface="Arial"/>
                <a:ea typeface="Arial"/>
                <a:cs typeface="Arial"/>
              </a:rPr>
              <a:t>Change units</a:t>
            </a:r>
          </a:p>
        </p:txBody>
      </p:sp>
      <p:sp>
        <p:nvSpPr>
          <p:cNvPr id="22" name="">
            <a:extLst xmlns:a="http://schemas.openxmlformats.org/drawingml/2006/main">
              <a:ext uri="{FF2B5EF4-FFF2-40B4-BE49-F238E27FC236}">
                <a16:creationId xmlns:a16="http://schemas.microsoft.com/office/drawing/2014/main" id="{4CE63384-F52F-42ED-A701-89F7BD7EB2BC}"/>
              </a:ext>
            </a:extLst>
          </p:cNvPr>
          <p:cNvSpPr>
            <a:spLocks xmlns:a="http://schemas.openxmlformats.org/drawingml/2006/main" noGrp="1"/>
          </p:cNvSpPr>
          <p:nvPr/>
        </p:nvSpPr>
        <p:spPr>
          <a:xfrm xmlns:a="http://schemas.openxmlformats.org/drawingml/2006/main">
            <a:off x="4267200" y="3886200"/>
            <a:ext cx="3333750" cy="1257300"/>
          </a:xfrm>
          <a:prstGeom xmlns:a="http://schemas.openxmlformats.org/drawingml/2006/main" prst="roundRect">
            <a:avLst>
              <a:gd name="adj" fmla="val 9091"/>
            </a:avLst>
          </a:prstGeom>
          <a:solidFill xmlns:a="http://schemas.openxmlformats.org/drawingml/2006/main">
            <a:srgbClr val="FF5D5D"/>
          </a:solidFill>
          <a:ln xmlns:a="http://schemas.openxmlformats.org/drawingml/2006/main" w="9525">
            <a:solidFill>
              <a:srgbClr val="FF5D5D"/>
            </a:solidFill>
            <a:prstDash val="solid"/>
          </a:ln>
        </p:spPr>
      </p:sp>
      <p:sp>
        <p:nvSpPr>
          <p:cNvPr id="23" name="">
            <a:extLst xmlns:a="http://schemas.openxmlformats.org/drawingml/2006/main">
              <a:ext uri="{FF2B5EF4-FFF2-40B4-BE49-F238E27FC236}">
                <a16:creationId xmlns:a16="http://schemas.microsoft.com/office/drawing/2014/main" id="{FA017376-9E34-414E-9000-9359C707A1CB}"/>
              </a:ext>
            </a:extLst>
          </p:cNvPr>
          <p:cNvSpPr>
            <a:spLocks xmlns:a="http://schemas.openxmlformats.org/drawingml/2006/main" noGrp="1"/>
          </p:cNvSpPr>
          <p:nvPr/>
        </p:nvSpPr>
        <p:spPr>
          <a:xfrm xmlns:a="http://schemas.openxmlformats.org/drawingml/2006/main">
            <a:off x="4476750" y="4076700"/>
            <a:ext cx="2914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11110F"/>
                </a:solidFill>
                <a:latin typeface="Arial"/>
                <a:ea typeface="Arial"/>
                <a:cs typeface="Arial"/>
              </a:defRPr>
            </a:pPr>
            <a:r>
              <a:rPr sz="1050" b="1">
                <a:solidFill>
                  <a:srgbClr val="11110F"/>
                </a:solidFill>
                <a:latin typeface="Arial"/>
                <a:ea typeface="Arial"/>
                <a:cs typeface="Arial"/>
              </a:rPr>
              <a:t>CODE</a:t>
            </a:r>
          </a:p>
        </p:txBody>
      </p:sp>
      <p:sp>
        <p:nvSpPr>
          <p:cNvPr id="24" name="">
            <a:extLst xmlns:a="http://schemas.openxmlformats.org/drawingml/2006/main">
              <a:ext uri="{FF2B5EF4-FFF2-40B4-BE49-F238E27FC236}">
                <a16:creationId xmlns:a16="http://schemas.microsoft.com/office/drawing/2014/main" id="{682F037E-D6F5-4EF9-8A1E-7CCC5F81AA03}"/>
              </a:ext>
            </a:extLst>
          </p:cNvPr>
          <p:cNvSpPr>
            <a:spLocks xmlns:a="http://schemas.openxmlformats.org/drawingml/2006/main" noGrp="1"/>
          </p:cNvSpPr>
          <p:nvPr/>
        </p:nvSpPr>
        <p:spPr>
          <a:xfrm xmlns:a="http://schemas.openxmlformats.org/drawingml/2006/main">
            <a:off x="4476750" y="44767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0F"/>
                </a:solidFill>
                <a:latin typeface="Arial"/>
                <a:ea typeface="Arial"/>
                <a:cs typeface="Arial"/>
              </a:defRPr>
            </a:pPr>
            <a:r>
              <a:rPr sz="1725" b="1">
                <a:solidFill>
                  <a:srgbClr val="11110F"/>
                </a:solidFill>
                <a:latin typeface="Arial"/>
                <a:ea typeface="Arial"/>
                <a:cs typeface="Arial"/>
              </a:rPr>
              <a:t>Edit raw CSV</a:t>
            </a:r>
          </a:p>
        </p:txBody>
      </p:sp>
      <p:sp>
        <p:nvSpPr>
          <p:cNvPr id="25" name="">
            <a:extLst xmlns:a="http://schemas.openxmlformats.org/drawingml/2006/main">
              <a:ext uri="{FF2B5EF4-FFF2-40B4-BE49-F238E27FC236}">
                <a16:creationId xmlns:a16="http://schemas.microsoft.com/office/drawing/2014/main" id="{CEEEE8B8-7903-4BA7-9912-85720B6BCC75}"/>
              </a:ext>
            </a:extLst>
          </p:cNvPr>
          <p:cNvSpPr>
            <a:spLocks xmlns:a="http://schemas.openxmlformats.org/drawingml/2006/main" noGrp="1"/>
          </p:cNvSpPr>
          <p:nvPr/>
        </p:nvSpPr>
        <p:spPr>
          <a:xfrm xmlns:a="http://schemas.openxmlformats.org/drawingml/2006/main">
            <a:off x="6705600" y="407670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11110F"/>
                </a:solidFill>
                <a:latin typeface="Arial"/>
                <a:ea typeface="Arial"/>
                <a:cs typeface="Arial"/>
              </a:defRPr>
            </a:pPr>
            <a:r>
              <a:rPr sz="900" b="1">
                <a:solidFill>
                  <a:srgbClr val="11110F"/>
                </a:solidFill>
                <a:latin typeface="Arial"/>
                <a:ea typeface="Arial"/>
                <a:cs typeface="Arial"/>
              </a:rPr>
              <a:t>DON'T</a:t>
            </a:r>
          </a:p>
        </p:txBody>
      </p:sp>
      <p:sp>
        <p:nvSpPr>
          <p:cNvPr id="26" name="">
            <a:extLst xmlns:a="http://schemas.openxmlformats.org/drawingml/2006/main">
              <a:ext uri="{FF2B5EF4-FFF2-40B4-BE49-F238E27FC236}">
                <a16:creationId xmlns:a16="http://schemas.microsoft.com/office/drawing/2014/main" id="{0339BE2A-3CC2-4558-97EB-3500901C9291}"/>
              </a:ext>
            </a:extLst>
          </p:cNvPr>
          <p:cNvSpPr>
            <a:spLocks xmlns:a="http://schemas.openxmlformats.org/drawingml/2006/main" noGrp="1"/>
          </p:cNvSpPr>
          <p:nvPr/>
        </p:nvSpPr>
        <p:spPr>
          <a:xfrm xmlns:a="http://schemas.openxmlformats.org/drawingml/2006/main">
            <a:off x="7924800" y="3886200"/>
            <a:ext cx="333375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C8C7BF"/>
            </a:solidFill>
            <a:prstDash val="solid"/>
          </a:ln>
        </p:spPr>
      </p:sp>
      <p:sp>
        <p:nvSpPr>
          <p:cNvPr id="27" name="">
            <a:extLst xmlns:a="http://schemas.openxmlformats.org/drawingml/2006/main">
              <a:ext uri="{FF2B5EF4-FFF2-40B4-BE49-F238E27FC236}">
                <a16:creationId xmlns:a16="http://schemas.microsoft.com/office/drawing/2014/main" id="{F1C38B91-3A68-4493-8113-F7CDB150C566}"/>
              </a:ext>
            </a:extLst>
          </p:cNvPr>
          <p:cNvSpPr>
            <a:spLocks xmlns:a="http://schemas.openxmlformats.org/drawingml/2006/main" noGrp="1"/>
          </p:cNvSpPr>
          <p:nvPr/>
        </p:nvSpPr>
        <p:spPr>
          <a:xfrm xmlns:a="http://schemas.openxmlformats.org/drawingml/2006/main">
            <a:off x="8134350" y="4076700"/>
            <a:ext cx="2914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448FF"/>
                </a:solidFill>
                <a:latin typeface="Arial"/>
                <a:ea typeface="Arial"/>
                <a:cs typeface="Arial"/>
              </a:defRPr>
            </a:pPr>
            <a:r>
              <a:rPr sz="1050" b="1">
                <a:solidFill>
                  <a:srgbClr val="2448FF"/>
                </a:solidFill>
                <a:latin typeface="Arial"/>
                <a:ea typeface="Arial"/>
                <a:cs typeface="Arial"/>
              </a:rPr>
              <a:t>INFERENCE</a:t>
            </a:r>
          </a:p>
        </p:txBody>
      </p:sp>
      <p:sp>
        <p:nvSpPr>
          <p:cNvPr id="28" name="">
            <a:extLst xmlns:a="http://schemas.openxmlformats.org/drawingml/2006/main">
              <a:ext uri="{FF2B5EF4-FFF2-40B4-BE49-F238E27FC236}">
                <a16:creationId xmlns:a16="http://schemas.microsoft.com/office/drawing/2014/main" id="{AA30F7C8-BE1A-4200-959E-FD1EFF63C3B9}"/>
              </a:ext>
            </a:extLst>
          </p:cNvPr>
          <p:cNvSpPr>
            <a:spLocks xmlns:a="http://schemas.openxmlformats.org/drawingml/2006/main" noGrp="1"/>
          </p:cNvSpPr>
          <p:nvPr/>
        </p:nvSpPr>
        <p:spPr>
          <a:xfrm xmlns:a="http://schemas.openxmlformats.org/drawingml/2006/main">
            <a:off x="8134350" y="44767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0F"/>
                </a:solidFill>
                <a:latin typeface="Arial"/>
                <a:ea typeface="Arial"/>
                <a:cs typeface="Arial"/>
              </a:defRPr>
            </a:pPr>
            <a:r>
              <a:rPr sz="1725" b="1">
                <a:solidFill>
                  <a:srgbClr val="11110F"/>
                </a:solidFill>
                <a:latin typeface="Arial"/>
                <a:ea typeface="Arial"/>
                <a:cs typeface="Arial"/>
              </a:rPr>
              <a:t>Cluster differently</a:t>
            </a:r>
          </a:p>
        </p:txBody>
      </p:sp>
    </p:spTree>
    <p:extLst>
      <p:ext uri="{BB962C8B-B14F-4D97-AF65-F5344CB8AC3E}">
        <p14:creationId xmlns:p14="http://schemas.microsoft.com/office/powerpoint/2010/main" val="65416945"/>
      </p:ext>
    </p:extLst>
  </p:cSld>
</p:sld>
</file>

<file path=ppt/slides/slide11.xml><?xml version="1.0" encoding="utf-8"?>
<p:sld xmlns:p="http://schemas.openxmlformats.org/presentationml/2006/main">
  <p:cSld>
    <p:bg>
      <p:bgPr>
        <a:solidFill xmlns:a="http://schemas.openxmlformats.org/drawingml/2006/main">
          <a:srgbClr val="11110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FB76DA4-4D9B-4105-9066-794D819BAC6F}"/>
              </a:ext>
            </a:extLst>
          </p:cNvPr>
          <p:cNvSpPr>
            <a:spLocks xmlns:a="http://schemas.openxmlformats.org/drawingml/2006/main" noGrp="1"/>
          </p:cNvSpPr>
          <p:nvPr/>
        </p:nvSpPr>
        <p:spPr>
          <a:xfrm xmlns:a="http://schemas.openxmlformats.org/drawingml/2006/main">
            <a:off x="609600" y="361950"/>
            <a:ext cx="266700" cy="266700"/>
          </a:xfrm>
          <a:prstGeom xmlns:a="http://schemas.openxmlformats.org/drawingml/2006/main" prst="rect">
            <a:avLst/>
          </a:prstGeom>
          <a:solidFill xmlns:a="http://schemas.openxmlformats.org/drawingml/2006/main">
            <a:srgbClr val="D8FF4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36F9952-CB62-4F5B-9092-3D9460BA19D8}"/>
              </a:ext>
            </a:extLst>
          </p:cNvPr>
          <p:cNvSpPr>
            <a:spLocks xmlns:a="http://schemas.openxmlformats.org/drawingml/2006/main" noGrp="1"/>
          </p:cNvSpPr>
          <p:nvPr/>
        </p:nvSpPr>
        <p:spPr>
          <a:xfrm xmlns:a="http://schemas.openxmlformats.org/drawingml/2006/main">
            <a:off x="685800" y="438150"/>
            <a:ext cx="114300" cy="114300"/>
          </a:xfrm>
          <a:prstGeom xmlns:a="http://schemas.openxmlformats.org/drawingml/2006/main" prst="rect">
            <a:avLst/>
          </a:prstGeom>
          <a:solidFill xmlns:a="http://schemas.openxmlformats.org/drawingml/2006/main">
            <a:srgbClr val="11110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D74CC79-2F76-4977-BD72-E13E1DEDC9E6}"/>
              </a:ext>
            </a:extLst>
          </p:cNvPr>
          <p:cNvSpPr>
            <a:spLocks xmlns:a="http://schemas.openxmlformats.org/drawingml/2006/main" noGrp="1"/>
          </p:cNvSpPr>
          <p:nvPr/>
        </p:nvSpPr>
        <p:spPr>
          <a:xfrm xmlns:a="http://schemas.openxmlformats.org/drawingml/2006/main">
            <a:off x="990600" y="3810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MENA OPEN DATA &amp; EVIDENCE LAB</a:t>
            </a:r>
          </a:p>
        </p:txBody>
      </p:sp>
      <p:sp>
        <p:nvSpPr>
          <p:cNvPr id="4" name="">
            <a:extLst xmlns:a="http://schemas.openxmlformats.org/drawingml/2006/main">
              <a:ext uri="{FF2B5EF4-FFF2-40B4-BE49-F238E27FC236}">
                <a16:creationId xmlns:a16="http://schemas.microsoft.com/office/drawing/2014/main" id="{663621FD-E32B-4D29-9D9F-369139F0050B}"/>
              </a:ext>
            </a:extLst>
          </p:cNvPr>
          <p:cNvSpPr>
            <a:spLocks xmlns:a="http://schemas.openxmlformats.org/drawingml/2006/main" noGrp="1"/>
          </p:cNvSpPr>
          <p:nvPr/>
        </p:nvSpPr>
        <p:spPr>
          <a:xfrm xmlns:a="http://schemas.openxmlformats.org/drawingml/2006/main">
            <a:off x="8667750" y="381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BFC1BA"/>
                </a:solidFill>
                <a:latin typeface="Arial"/>
                <a:ea typeface="Arial"/>
                <a:cs typeface="Arial"/>
              </a:defRPr>
            </a:pPr>
            <a:r>
              <a:rPr sz="975" b="1">
                <a:solidFill>
                  <a:srgbClr val="BFC1BA"/>
                </a:solidFill>
                <a:latin typeface="Arial"/>
                <a:ea typeface="Arial"/>
                <a:cs typeface="Arial"/>
              </a:rPr>
              <a:t>BLIND REPRODUCTION</a:t>
            </a:r>
          </a:p>
        </p:txBody>
      </p:sp>
      <p:sp>
        <p:nvSpPr>
          <p:cNvPr id="5" name="">
            <a:extLst xmlns:a="http://schemas.openxmlformats.org/drawingml/2006/main">
              <a:ext uri="{FF2B5EF4-FFF2-40B4-BE49-F238E27FC236}">
                <a16:creationId xmlns:a16="http://schemas.microsoft.com/office/drawing/2014/main" id="{A01F8220-FA4A-4507-B65C-C5BF16A23F4C}"/>
              </a:ext>
            </a:extLst>
          </p:cNvPr>
          <p:cNvSpPr>
            <a:spLocks xmlns:a="http://schemas.openxmlformats.org/drawingml/2006/main" noGrp="1"/>
          </p:cNvSpPr>
          <p:nvPr/>
        </p:nvSpPr>
        <p:spPr>
          <a:xfrm xmlns:a="http://schemas.openxmlformats.org/drawingml/2006/main">
            <a:off x="609600" y="742950"/>
            <a:ext cx="10972800" cy="9525"/>
          </a:xfrm>
          <a:prstGeom xmlns:a="http://schemas.openxmlformats.org/drawingml/2006/main" prst="rect">
            <a:avLst/>
          </a:prstGeom>
          <a:solidFill xmlns:a="http://schemas.openxmlformats.org/drawingml/2006/main">
            <a:srgbClr val="3B3D3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7AD5F8B-9612-46D3-BE87-50675F2824EA}"/>
              </a:ext>
            </a:extLst>
          </p:cNvPr>
          <p:cNvSpPr>
            <a:spLocks xmlns:a="http://schemas.openxmlformats.org/drawingml/2006/main" noGrp="1"/>
          </p:cNvSpPr>
          <p:nvPr/>
        </p:nvSpPr>
        <p:spPr>
          <a:xfrm xmlns:a="http://schemas.openxmlformats.org/drawingml/2006/main">
            <a:off x="609600" y="64579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BFC1BA"/>
                </a:solidFill>
                <a:latin typeface="Arial"/>
                <a:ea typeface="Arial"/>
                <a:cs typeface="Arial"/>
              </a:defRPr>
            </a:pPr>
            <a:r>
              <a:rPr sz="825" b="1">
                <a:solidFill>
                  <a:srgbClr val="BFC1BA"/>
                </a:solidFill>
                <a:latin typeface="Arial"/>
                <a:ea typeface="Arial"/>
                <a:cs typeface="Arial"/>
              </a:rPr>
              <a:t>WORKSHOP 001  •  SCHEDULED 23 AUG 2026</a:t>
            </a:r>
          </a:p>
        </p:txBody>
      </p:sp>
      <p:sp>
        <p:nvSpPr>
          <p:cNvPr id="7" name="">
            <a:extLst xmlns:a="http://schemas.openxmlformats.org/drawingml/2006/main">
              <a:ext uri="{FF2B5EF4-FFF2-40B4-BE49-F238E27FC236}">
                <a16:creationId xmlns:a16="http://schemas.microsoft.com/office/drawing/2014/main" id="{8C290ECB-3123-4917-9F92-C4693E6723B4}"/>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BFC1BA"/>
                </a:solidFill>
                <a:latin typeface="Courier New"/>
                <a:ea typeface="Courier New"/>
                <a:cs typeface="Courier New"/>
              </a:defRPr>
            </a:pPr>
            <a:r>
              <a:rPr sz="900" b="1">
                <a:solidFill>
                  <a:srgbClr val="BFC1BA"/>
                </a:solidFill>
                <a:latin typeface="Courier New"/>
                <a:ea typeface="Courier New"/>
                <a:cs typeface="Courier New"/>
              </a:rPr>
              <a:t>11</a:t>
            </a:r>
          </a:p>
        </p:txBody>
      </p:sp>
      <p:sp>
        <p:nvSpPr>
          <p:cNvPr id="8" name="">
            <a:extLst xmlns:a="http://schemas.openxmlformats.org/drawingml/2006/main">
              <a:ext uri="{FF2B5EF4-FFF2-40B4-BE49-F238E27FC236}">
                <a16:creationId xmlns:a16="http://schemas.microsoft.com/office/drawing/2014/main" id="{93AC311A-8F28-4BC9-8595-8D9861AAFA08}"/>
              </a:ext>
            </a:extLst>
          </p:cNvPr>
          <p:cNvSpPr>
            <a:spLocks xmlns:a="http://schemas.openxmlformats.org/drawingml/2006/main" noGrp="1"/>
          </p:cNvSpPr>
          <p:nvPr/>
        </p:nvSpPr>
        <p:spPr>
          <a:xfrm xmlns:a="http://schemas.openxmlformats.org/drawingml/2006/main">
            <a:off x="609600" y="106680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No verbal rescue</a:t>
            </a:r>
          </a:p>
        </p:txBody>
      </p:sp>
      <p:sp>
        <p:nvSpPr>
          <p:cNvPr id="9" name="">
            <a:extLst xmlns:a="http://schemas.openxmlformats.org/drawingml/2006/main">
              <a:ext uri="{FF2B5EF4-FFF2-40B4-BE49-F238E27FC236}">
                <a16:creationId xmlns:a16="http://schemas.microsoft.com/office/drawing/2014/main" id="{36B1E04E-2E46-4E15-8E1C-22984FF8226D}"/>
              </a:ext>
            </a:extLst>
          </p:cNvPr>
          <p:cNvSpPr>
            <a:spLocks xmlns:a="http://schemas.openxmlformats.org/drawingml/2006/main" noGrp="1"/>
          </p:cNvSpPr>
          <p:nvPr/>
        </p:nvSpPr>
        <p:spPr>
          <a:xfrm xmlns:a="http://schemas.openxmlformats.org/drawingml/2006/main">
            <a:off x="609600" y="1676400"/>
            <a:ext cx="857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C7C9C3"/>
                </a:solidFill>
                <a:latin typeface="Arial"/>
                <a:ea typeface="Arial"/>
                <a:cs typeface="Arial"/>
              </a:defRPr>
            </a:pPr>
            <a:r>
              <a:rPr sz="1575" b="0">
                <a:solidFill>
                  <a:srgbClr val="C7C9C3"/>
                </a:solidFill>
                <a:latin typeface="Arial"/>
                <a:ea typeface="Arial"/>
                <a:cs typeface="Arial"/>
              </a:rPr>
              <a:t>Person B receives only the public workshop folder.</a:t>
            </a:r>
          </a:p>
        </p:txBody>
      </p:sp>
      <p:sp>
        <p:nvSpPr>
          <p:cNvPr id="10" name="">
            <a:extLst xmlns:a="http://schemas.openxmlformats.org/drawingml/2006/main">
              <a:ext uri="{FF2B5EF4-FFF2-40B4-BE49-F238E27FC236}">
                <a16:creationId xmlns:a16="http://schemas.microsoft.com/office/drawing/2014/main" id="{1CCBABDC-129A-4D50-A6A8-54423FC2A81C}"/>
              </a:ext>
            </a:extLst>
          </p:cNvPr>
          <p:cNvSpPr>
            <a:spLocks xmlns:a="http://schemas.openxmlformats.org/drawingml/2006/main" noGrp="1"/>
          </p:cNvSpPr>
          <p:nvPr/>
        </p:nvSpPr>
        <p:spPr>
          <a:xfrm xmlns:a="http://schemas.openxmlformats.org/drawingml/2006/main">
            <a:off x="609600" y="2362200"/>
            <a:ext cx="3105150" cy="2247900"/>
          </a:xfrm>
          <a:prstGeom xmlns:a="http://schemas.openxmlformats.org/drawingml/2006/main" prst="roundRect">
            <a:avLst>
              <a:gd name="adj" fmla="val 5085"/>
            </a:avLst>
          </a:prstGeom>
          <a:solidFill xmlns:a="http://schemas.openxmlformats.org/drawingml/2006/main">
            <a:srgbClr val="2448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F86E4A2-A863-45FF-8071-182AA2AEBC31}"/>
              </a:ext>
            </a:extLst>
          </p:cNvPr>
          <p:cNvSpPr>
            <a:spLocks xmlns:a="http://schemas.openxmlformats.org/drawingml/2006/main" noGrp="1"/>
          </p:cNvSpPr>
          <p:nvPr/>
        </p:nvSpPr>
        <p:spPr>
          <a:xfrm xmlns:a="http://schemas.openxmlformats.org/drawingml/2006/main">
            <a:off x="857250" y="26289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D8FF4E"/>
                </a:solidFill>
                <a:latin typeface="Arial"/>
                <a:ea typeface="Arial"/>
                <a:cs typeface="Arial"/>
              </a:defRPr>
            </a:pPr>
            <a:r>
              <a:rPr sz="1125" b="1">
                <a:solidFill>
                  <a:srgbClr val="D8FF4E"/>
                </a:solidFill>
                <a:latin typeface="Arial"/>
                <a:ea typeface="Arial"/>
                <a:cs typeface="Arial"/>
              </a:rPr>
              <a:t>PERSON A</a:t>
            </a:r>
          </a:p>
        </p:txBody>
      </p:sp>
      <p:sp>
        <p:nvSpPr>
          <p:cNvPr id="12" name="">
            <a:extLst xmlns:a="http://schemas.openxmlformats.org/drawingml/2006/main">
              <a:ext uri="{FF2B5EF4-FFF2-40B4-BE49-F238E27FC236}">
                <a16:creationId xmlns:a16="http://schemas.microsoft.com/office/drawing/2014/main" id="{A5565BEA-D6D6-4075-9454-1F61210DDFA7}"/>
              </a:ext>
            </a:extLst>
          </p:cNvPr>
          <p:cNvSpPr>
            <a:spLocks xmlns:a="http://schemas.openxmlformats.org/drawingml/2006/main" noGrp="1"/>
          </p:cNvSpPr>
          <p:nvPr/>
        </p:nvSpPr>
        <p:spPr>
          <a:xfrm xmlns:a="http://schemas.openxmlformats.org/drawingml/2006/main">
            <a:off x="857250" y="3143250"/>
            <a:ext cx="2571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Hands over</a:t>
            </a:r>
          </a:p>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the folder</a:t>
            </a:r>
          </a:p>
        </p:txBody>
      </p:sp>
      <p:sp>
        <p:nvSpPr>
          <p:cNvPr id="13" name="">
            <a:extLst xmlns:a="http://schemas.openxmlformats.org/drawingml/2006/main">
              <a:ext uri="{FF2B5EF4-FFF2-40B4-BE49-F238E27FC236}">
                <a16:creationId xmlns:a16="http://schemas.microsoft.com/office/drawing/2014/main" id="{F48EB233-27C2-4312-94F4-51D8978C7B9C}"/>
              </a:ext>
            </a:extLst>
          </p:cNvPr>
          <p:cNvSpPr>
            <a:spLocks xmlns:a="http://schemas.openxmlformats.org/drawingml/2006/main" noGrp="1"/>
          </p:cNvSpPr>
          <p:nvPr/>
        </p:nvSpPr>
        <p:spPr>
          <a:xfrm xmlns:a="http://schemas.openxmlformats.org/drawingml/2006/main">
            <a:off x="4152900" y="3028950"/>
            <a:ext cx="1352550" cy="704850"/>
          </a:xfrm>
          <a:prstGeom xmlns:a="http://schemas.openxmlformats.org/drawingml/2006/main" prst="roundRect">
            <a:avLst>
              <a:gd name="adj" fmla="val 16216"/>
            </a:avLst>
          </a:prstGeom>
          <a:solidFill xmlns:a="http://schemas.openxmlformats.org/drawingml/2006/main">
            <a:srgbClr val="D8FF4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406A370-E1AD-42E4-A146-A6AFFF292C34}"/>
              </a:ext>
            </a:extLst>
          </p:cNvPr>
          <p:cNvSpPr>
            <a:spLocks xmlns:a="http://schemas.openxmlformats.org/drawingml/2006/main" noGrp="1"/>
          </p:cNvSpPr>
          <p:nvPr/>
        </p:nvSpPr>
        <p:spPr>
          <a:xfrm xmlns:a="http://schemas.openxmlformats.org/drawingml/2006/main">
            <a:off x="4324350" y="3276600"/>
            <a:ext cx="1009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1110F"/>
                </a:solidFill>
                <a:latin typeface="Arial"/>
                <a:ea typeface="Arial"/>
                <a:cs typeface="Arial"/>
              </a:defRPr>
            </a:pPr>
            <a:r>
              <a:rPr sz="1275" b="1">
                <a:solidFill>
                  <a:srgbClr val="11110F"/>
                </a:solidFill>
                <a:latin typeface="Arial"/>
                <a:ea typeface="Arial"/>
                <a:cs typeface="Arial"/>
              </a:rPr>
              <a:t>ONLY</a:t>
            </a:r>
          </a:p>
        </p:txBody>
      </p:sp>
      <p:sp>
        <p:nvSpPr>
          <p:cNvPr id="15" name="">
            <a:extLst xmlns:a="http://schemas.openxmlformats.org/drawingml/2006/main">
              <a:ext uri="{FF2B5EF4-FFF2-40B4-BE49-F238E27FC236}">
                <a16:creationId xmlns:a16="http://schemas.microsoft.com/office/drawing/2014/main" id="{DCB26D7E-11DF-4EA5-9599-CA4431D786C2}"/>
              </a:ext>
            </a:extLst>
          </p:cNvPr>
          <p:cNvSpPr>
            <a:spLocks xmlns:a="http://schemas.openxmlformats.org/drawingml/2006/main" noGrp="1"/>
          </p:cNvSpPr>
          <p:nvPr/>
        </p:nvSpPr>
        <p:spPr>
          <a:xfrm xmlns:a="http://schemas.openxmlformats.org/drawingml/2006/main">
            <a:off x="5943600" y="2362200"/>
            <a:ext cx="5314950" cy="2247900"/>
          </a:xfrm>
          <a:prstGeom xmlns:a="http://schemas.openxmlformats.org/drawingml/2006/main" prst="roundRect">
            <a:avLst>
              <a:gd name="adj" fmla="val 5085"/>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4E30A41-95FB-42A4-960B-A25DE61F510D}"/>
              </a:ext>
            </a:extLst>
          </p:cNvPr>
          <p:cNvSpPr>
            <a:spLocks xmlns:a="http://schemas.openxmlformats.org/drawingml/2006/main" noGrp="1"/>
          </p:cNvSpPr>
          <p:nvPr/>
        </p:nvSpPr>
        <p:spPr>
          <a:xfrm xmlns:a="http://schemas.openxmlformats.org/drawingml/2006/main">
            <a:off x="6210300" y="2628900"/>
            <a:ext cx="451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448FF"/>
                </a:solidFill>
                <a:latin typeface="Arial"/>
                <a:ea typeface="Arial"/>
                <a:cs typeface="Arial"/>
              </a:defRPr>
            </a:pPr>
            <a:r>
              <a:rPr sz="1125" b="1">
                <a:solidFill>
                  <a:srgbClr val="2448FF"/>
                </a:solidFill>
                <a:latin typeface="Arial"/>
                <a:ea typeface="Arial"/>
                <a:cs typeface="Arial"/>
              </a:rPr>
              <a:t>PERSON B MUST RECOVER</a:t>
            </a:r>
          </a:p>
        </p:txBody>
      </p:sp>
      <p:sp>
        <p:nvSpPr>
          <p:cNvPr id="17" name="">
            <a:extLst xmlns:a="http://schemas.openxmlformats.org/drawingml/2006/main">
              <a:ext uri="{FF2B5EF4-FFF2-40B4-BE49-F238E27FC236}">
                <a16:creationId xmlns:a16="http://schemas.microsoft.com/office/drawing/2014/main" id="{5BFC7FEE-16B8-44C5-9E7B-E88679637CA8}"/>
              </a:ext>
            </a:extLst>
          </p:cNvPr>
          <p:cNvSpPr>
            <a:spLocks xmlns:a="http://schemas.openxmlformats.org/drawingml/2006/main" noGrp="1"/>
          </p:cNvSpPr>
          <p:nvPr/>
        </p:nvSpPr>
        <p:spPr>
          <a:xfrm xmlns:a="http://schemas.openxmlformats.org/drawingml/2006/main">
            <a:off x="6210300" y="3143250"/>
            <a:ext cx="1371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400" b="1">
                <a:solidFill>
                  <a:srgbClr val="11110F"/>
                </a:solidFill>
                <a:latin typeface="Courier New"/>
                <a:ea typeface="Courier New"/>
                <a:cs typeface="Courier New"/>
              </a:defRPr>
            </a:pPr>
            <a:r>
              <a:rPr sz="2400" b="1">
                <a:solidFill>
                  <a:srgbClr val="11110F"/>
                </a:solidFill>
                <a:latin typeface="Courier New"/>
                <a:ea typeface="Courier New"/>
                <a:cs typeface="Courier New"/>
              </a:rPr>
              <a:t>56</a:t>
            </a:r>
          </a:p>
        </p:txBody>
      </p:sp>
      <p:sp>
        <p:nvSpPr>
          <p:cNvPr id="18" name="">
            <a:extLst xmlns:a="http://schemas.openxmlformats.org/drawingml/2006/main">
              <a:ext uri="{FF2B5EF4-FFF2-40B4-BE49-F238E27FC236}">
                <a16:creationId xmlns:a16="http://schemas.microsoft.com/office/drawing/2014/main" id="{C9971A4F-D936-408F-A90B-FBEB2400BBAF}"/>
              </a:ext>
            </a:extLst>
          </p:cNvPr>
          <p:cNvSpPr>
            <a:spLocks xmlns:a="http://schemas.openxmlformats.org/drawingml/2006/main" noGrp="1"/>
          </p:cNvSpPr>
          <p:nvPr/>
        </p:nvSpPr>
        <p:spPr>
          <a:xfrm xmlns:a="http://schemas.openxmlformats.org/drawingml/2006/main">
            <a:off x="6210300" y="36576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676A64"/>
                </a:solidFill>
                <a:latin typeface="Arial"/>
                <a:ea typeface="Arial"/>
                <a:cs typeface="Arial"/>
              </a:defRPr>
            </a:pPr>
            <a:r>
              <a:rPr sz="1050" b="1">
                <a:solidFill>
                  <a:srgbClr val="676A64"/>
                </a:solidFill>
                <a:latin typeface="Arial"/>
                <a:ea typeface="Arial"/>
                <a:cs typeface="Arial"/>
              </a:rPr>
              <a:t>rows</a:t>
            </a:r>
          </a:p>
        </p:txBody>
      </p:sp>
      <p:sp>
        <p:nvSpPr>
          <p:cNvPr id="19" name="">
            <a:extLst xmlns:a="http://schemas.openxmlformats.org/drawingml/2006/main">
              <a:ext uri="{FF2B5EF4-FFF2-40B4-BE49-F238E27FC236}">
                <a16:creationId xmlns:a16="http://schemas.microsoft.com/office/drawing/2014/main" id="{CE5F03CB-8C74-47CF-8E0B-5C2FF5A3D5D8}"/>
              </a:ext>
            </a:extLst>
          </p:cNvPr>
          <p:cNvSpPr>
            <a:spLocks xmlns:a="http://schemas.openxmlformats.org/drawingml/2006/main" noGrp="1"/>
          </p:cNvSpPr>
          <p:nvPr/>
        </p:nvSpPr>
        <p:spPr>
          <a:xfrm xmlns:a="http://schemas.openxmlformats.org/drawingml/2006/main">
            <a:off x="7715250" y="3143250"/>
            <a:ext cx="1371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400" b="1">
                <a:solidFill>
                  <a:srgbClr val="11110F"/>
                </a:solidFill>
                <a:latin typeface="Courier New"/>
                <a:ea typeface="Courier New"/>
                <a:cs typeface="Courier New"/>
              </a:defRPr>
            </a:pPr>
            <a:r>
              <a:rPr sz="2400" b="1">
                <a:solidFill>
                  <a:srgbClr val="11110F"/>
                </a:solidFill>
                <a:latin typeface="Courier New"/>
                <a:ea typeface="Courier New"/>
                <a:cs typeface="Courier New"/>
              </a:rPr>
              <a:t>4</a:t>
            </a:r>
          </a:p>
        </p:txBody>
      </p:sp>
      <p:sp>
        <p:nvSpPr>
          <p:cNvPr id="20" name="">
            <a:extLst xmlns:a="http://schemas.openxmlformats.org/drawingml/2006/main">
              <a:ext uri="{FF2B5EF4-FFF2-40B4-BE49-F238E27FC236}">
                <a16:creationId xmlns:a16="http://schemas.microsoft.com/office/drawing/2014/main" id="{6358FF70-1C21-43ED-80C3-D30E57AB6A8B}"/>
              </a:ext>
            </a:extLst>
          </p:cNvPr>
          <p:cNvSpPr>
            <a:spLocks xmlns:a="http://schemas.openxmlformats.org/drawingml/2006/main" noGrp="1"/>
          </p:cNvSpPr>
          <p:nvPr/>
        </p:nvSpPr>
        <p:spPr>
          <a:xfrm xmlns:a="http://schemas.openxmlformats.org/drawingml/2006/main">
            <a:off x="7715250" y="36576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676A64"/>
                </a:solidFill>
                <a:latin typeface="Arial"/>
                <a:ea typeface="Arial"/>
                <a:cs typeface="Arial"/>
              </a:defRPr>
            </a:pPr>
            <a:r>
              <a:rPr sz="1050" b="1">
                <a:solidFill>
                  <a:srgbClr val="676A64"/>
                </a:solidFill>
                <a:latin typeface="Arial"/>
                <a:ea typeface="Arial"/>
                <a:cs typeface="Arial"/>
              </a:rPr>
              <a:t>means</a:t>
            </a:r>
          </a:p>
        </p:txBody>
      </p:sp>
      <p:sp>
        <p:nvSpPr>
          <p:cNvPr id="21" name="">
            <a:extLst xmlns:a="http://schemas.openxmlformats.org/drawingml/2006/main">
              <a:ext uri="{FF2B5EF4-FFF2-40B4-BE49-F238E27FC236}">
                <a16:creationId xmlns:a16="http://schemas.microsoft.com/office/drawing/2014/main" id="{D5F9A6F4-6878-4D05-929B-A1E44929992F}"/>
              </a:ext>
            </a:extLst>
          </p:cNvPr>
          <p:cNvSpPr>
            <a:spLocks xmlns:a="http://schemas.openxmlformats.org/drawingml/2006/main" noGrp="1"/>
          </p:cNvSpPr>
          <p:nvPr/>
        </p:nvSpPr>
        <p:spPr>
          <a:xfrm xmlns:a="http://schemas.openxmlformats.org/drawingml/2006/main">
            <a:off x="9220200" y="3143250"/>
            <a:ext cx="1371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1110F"/>
                </a:solidFill>
                <a:latin typeface="Courier New"/>
                <a:ea typeface="Courier New"/>
                <a:cs typeface="Courier New"/>
              </a:defRPr>
            </a:pPr>
            <a:r>
              <a:rPr sz="1800" b="1">
                <a:solidFill>
                  <a:srgbClr val="11110F"/>
                </a:solidFill>
                <a:latin typeface="Courier New"/>
                <a:ea typeface="Courier New"/>
                <a:cs typeface="Courier New"/>
              </a:rPr>
              <a:t>2.6679167</a:t>
            </a:r>
          </a:p>
        </p:txBody>
      </p:sp>
      <p:sp>
        <p:nvSpPr>
          <p:cNvPr id="22" name="">
            <a:extLst xmlns:a="http://schemas.openxmlformats.org/drawingml/2006/main">
              <a:ext uri="{FF2B5EF4-FFF2-40B4-BE49-F238E27FC236}">
                <a16:creationId xmlns:a16="http://schemas.microsoft.com/office/drawing/2014/main" id="{911CE9A8-8698-4C6A-AFE8-AD820ADDF132}"/>
              </a:ext>
            </a:extLst>
          </p:cNvPr>
          <p:cNvSpPr>
            <a:spLocks xmlns:a="http://schemas.openxmlformats.org/drawingml/2006/main" noGrp="1"/>
          </p:cNvSpPr>
          <p:nvPr/>
        </p:nvSpPr>
        <p:spPr>
          <a:xfrm xmlns:a="http://schemas.openxmlformats.org/drawingml/2006/main">
            <a:off x="9220200" y="36576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676A64"/>
                </a:solidFill>
                <a:latin typeface="Arial"/>
                <a:ea typeface="Arial"/>
                <a:cs typeface="Arial"/>
              </a:defRPr>
            </a:pPr>
            <a:r>
              <a:rPr sz="1050" b="1">
                <a:solidFill>
                  <a:srgbClr val="676A64"/>
                </a:solidFill>
                <a:latin typeface="Arial"/>
                <a:ea typeface="Arial"/>
                <a:cs typeface="Arial"/>
              </a:rPr>
              <a:t>DiD</a:t>
            </a:r>
          </a:p>
        </p:txBody>
      </p:sp>
      <p:sp>
        <p:nvSpPr>
          <p:cNvPr id="23" name="">
            <a:extLst xmlns:a="http://schemas.openxmlformats.org/drawingml/2006/main">
              <a:ext uri="{FF2B5EF4-FFF2-40B4-BE49-F238E27FC236}">
                <a16:creationId xmlns:a16="http://schemas.microsoft.com/office/drawing/2014/main" id="{7B29D24E-AF93-4918-9102-11BF2C263F59}"/>
              </a:ext>
            </a:extLst>
          </p:cNvPr>
          <p:cNvSpPr>
            <a:spLocks xmlns:a="http://schemas.openxmlformats.org/drawingml/2006/main" noGrp="1"/>
          </p:cNvSpPr>
          <p:nvPr/>
        </p:nvSpPr>
        <p:spPr>
          <a:xfrm xmlns:a="http://schemas.openxmlformats.org/drawingml/2006/main">
            <a:off x="609600" y="51435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D8FF4E"/>
                </a:solidFill>
                <a:latin typeface="Arial"/>
                <a:ea typeface="Arial"/>
                <a:cs typeface="Arial"/>
              </a:defRPr>
            </a:pPr>
            <a:r>
              <a:rPr sz="1725" b="1">
                <a:solidFill>
                  <a:srgbClr val="D8FF4E"/>
                </a:solidFill>
                <a:latin typeface="Arial"/>
                <a:ea typeface="Arial"/>
                <a:cs typeface="Arial"/>
              </a:rPr>
              <a:t>Every question Person B must ask is a documentation signal.</a:t>
            </a:r>
          </a:p>
        </p:txBody>
      </p:sp>
    </p:spTree>
    <p:extLst>
      <p:ext uri="{BB962C8B-B14F-4D97-AF65-F5344CB8AC3E}">
        <p14:creationId xmlns:p14="http://schemas.microsoft.com/office/powerpoint/2010/main" val="1187114284"/>
      </p:ext>
    </p:extLst>
  </p:cSld>
</p:sld>
</file>

<file path=ppt/slides/slide12.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FE9B436D-43FA-47FD-9479-703A9ED4E4B0}"/>
              </a:ext>
            </a:extLst>
          </p:cNvPr>
          <p:cNvSpPr>
            <a:spLocks xmlns:a="http://schemas.openxmlformats.org/drawingml/2006/main" noGrp="1"/>
          </p:cNvSpPr>
          <p:nvPr/>
        </p:nvSpPr>
        <p:spPr>
          <a:xfrm xmlns:a="http://schemas.openxmlformats.org/drawingml/2006/main">
            <a:off x="609600" y="361950"/>
            <a:ext cx="266700" cy="266700"/>
          </a:xfrm>
          <a:prstGeom xmlns:a="http://schemas.openxmlformats.org/drawingml/2006/main" prst="rect">
            <a:avLst/>
          </a:prstGeom>
          <a:solidFill xmlns:a="http://schemas.openxmlformats.org/drawingml/2006/main">
            <a:srgbClr val="2448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FDE1570-3641-4596-98A5-A665D8B3F7C0}"/>
              </a:ext>
            </a:extLst>
          </p:cNvPr>
          <p:cNvSpPr>
            <a:spLocks xmlns:a="http://schemas.openxmlformats.org/drawingml/2006/main" noGrp="1"/>
          </p:cNvSpPr>
          <p:nvPr/>
        </p:nvSpPr>
        <p:spPr>
          <a:xfrm xmlns:a="http://schemas.openxmlformats.org/drawingml/2006/main">
            <a:off x="685800" y="438150"/>
            <a:ext cx="114300" cy="114300"/>
          </a:xfrm>
          <a:prstGeom xmlns:a="http://schemas.openxmlformats.org/drawingml/2006/main" prst="rect">
            <a:avLst/>
          </a:prstGeom>
          <a:solidFill xmlns:a="http://schemas.openxmlformats.org/drawingml/2006/main">
            <a:srgbClr val="F4F1E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6DF9B27-0972-43D4-816D-FDA3FB75E9A6}"/>
              </a:ext>
            </a:extLst>
          </p:cNvPr>
          <p:cNvSpPr>
            <a:spLocks xmlns:a="http://schemas.openxmlformats.org/drawingml/2006/main" noGrp="1"/>
          </p:cNvSpPr>
          <p:nvPr/>
        </p:nvSpPr>
        <p:spPr>
          <a:xfrm xmlns:a="http://schemas.openxmlformats.org/drawingml/2006/main">
            <a:off x="990600" y="3810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11110F"/>
                </a:solidFill>
                <a:latin typeface="Arial"/>
                <a:ea typeface="Arial"/>
                <a:cs typeface="Arial"/>
              </a:defRPr>
            </a:pPr>
            <a:r>
              <a:rPr sz="1050" b="1">
                <a:solidFill>
                  <a:srgbClr val="11110F"/>
                </a:solidFill>
                <a:latin typeface="Arial"/>
                <a:ea typeface="Arial"/>
                <a:cs typeface="Arial"/>
              </a:rPr>
              <a:t>MENA OPEN DATA &amp; EVIDENCE LAB</a:t>
            </a:r>
          </a:p>
        </p:txBody>
      </p:sp>
      <p:sp>
        <p:nvSpPr>
          <p:cNvPr id="4" name="">
            <a:extLst xmlns:a="http://schemas.openxmlformats.org/drawingml/2006/main">
              <a:ext uri="{FF2B5EF4-FFF2-40B4-BE49-F238E27FC236}">
                <a16:creationId xmlns:a16="http://schemas.microsoft.com/office/drawing/2014/main" id="{3CE78498-0CB2-4DDD-8FD2-98F9C2FBA1D6}"/>
              </a:ext>
            </a:extLst>
          </p:cNvPr>
          <p:cNvSpPr>
            <a:spLocks xmlns:a="http://schemas.openxmlformats.org/drawingml/2006/main" noGrp="1"/>
          </p:cNvSpPr>
          <p:nvPr/>
        </p:nvSpPr>
        <p:spPr>
          <a:xfrm xmlns:a="http://schemas.openxmlformats.org/drawingml/2006/main">
            <a:off x="8667750" y="381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676A64"/>
                </a:solidFill>
                <a:latin typeface="Arial"/>
                <a:ea typeface="Arial"/>
                <a:cs typeface="Arial"/>
              </a:defRPr>
            </a:pPr>
            <a:r>
              <a:rPr sz="975" b="1">
                <a:solidFill>
                  <a:srgbClr val="676A64"/>
                </a:solidFill>
                <a:latin typeface="Arial"/>
                <a:ea typeface="Arial"/>
                <a:cs typeface="Arial"/>
              </a:rPr>
              <a:t>AUDIT LOG</a:t>
            </a:r>
          </a:p>
        </p:txBody>
      </p:sp>
      <p:sp>
        <p:nvSpPr>
          <p:cNvPr id="5" name="">
            <a:extLst xmlns:a="http://schemas.openxmlformats.org/drawingml/2006/main">
              <a:ext uri="{FF2B5EF4-FFF2-40B4-BE49-F238E27FC236}">
                <a16:creationId xmlns:a16="http://schemas.microsoft.com/office/drawing/2014/main" id="{DF507E4E-4F46-4ACF-8DDE-4013C1A05C68}"/>
              </a:ext>
            </a:extLst>
          </p:cNvPr>
          <p:cNvSpPr>
            <a:spLocks xmlns:a="http://schemas.openxmlformats.org/drawingml/2006/main" noGrp="1"/>
          </p:cNvSpPr>
          <p:nvPr/>
        </p:nvSpPr>
        <p:spPr>
          <a:xfrm xmlns:a="http://schemas.openxmlformats.org/drawingml/2006/main">
            <a:off x="609600" y="742950"/>
            <a:ext cx="10972800" cy="9525"/>
          </a:xfrm>
          <a:prstGeom xmlns:a="http://schemas.openxmlformats.org/drawingml/2006/main" prst="rect">
            <a:avLst/>
          </a:prstGeom>
          <a:solidFill xmlns:a="http://schemas.openxmlformats.org/drawingml/2006/main">
            <a:srgbClr val="C8C7B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6041408-BD0C-4BA1-A754-2EB2EC1FA5DE}"/>
              </a:ext>
            </a:extLst>
          </p:cNvPr>
          <p:cNvSpPr>
            <a:spLocks xmlns:a="http://schemas.openxmlformats.org/drawingml/2006/main" noGrp="1"/>
          </p:cNvSpPr>
          <p:nvPr/>
        </p:nvSpPr>
        <p:spPr>
          <a:xfrm xmlns:a="http://schemas.openxmlformats.org/drawingml/2006/main">
            <a:off x="609600" y="64579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76A64"/>
                </a:solidFill>
                <a:latin typeface="Arial"/>
                <a:ea typeface="Arial"/>
                <a:cs typeface="Arial"/>
              </a:defRPr>
            </a:pPr>
            <a:r>
              <a:rPr sz="825" b="1">
                <a:solidFill>
                  <a:srgbClr val="676A64"/>
                </a:solidFill>
                <a:latin typeface="Arial"/>
                <a:ea typeface="Arial"/>
                <a:cs typeface="Arial"/>
              </a:rPr>
              <a:t>WORKSHOP 001  •  SCHEDULED 23 AUG 2026</a:t>
            </a:r>
          </a:p>
        </p:txBody>
      </p:sp>
      <p:sp>
        <p:nvSpPr>
          <p:cNvPr id="7" name="">
            <a:extLst xmlns:a="http://schemas.openxmlformats.org/drawingml/2006/main">
              <a:ext uri="{FF2B5EF4-FFF2-40B4-BE49-F238E27FC236}">
                <a16:creationId xmlns:a16="http://schemas.microsoft.com/office/drawing/2014/main" id="{AB6E833D-EC46-47B6-A303-137933985B04}"/>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676A64"/>
                </a:solidFill>
                <a:latin typeface="Courier New"/>
                <a:ea typeface="Courier New"/>
                <a:cs typeface="Courier New"/>
              </a:defRPr>
            </a:pPr>
            <a:r>
              <a:rPr sz="900" b="1">
                <a:solidFill>
                  <a:srgbClr val="676A64"/>
                </a:solidFill>
                <a:latin typeface="Courier New"/>
                <a:ea typeface="Courier New"/>
                <a:cs typeface="Courier New"/>
              </a:rPr>
              <a:t>12</a:t>
            </a:r>
          </a:p>
        </p:txBody>
      </p:sp>
      <p:sp>
        <p:nvSpPr>
          <p:cNvPr id="8" name="">
            <a:extLst xmlns:a="http://schemas.openxmlformats.org/drawingml/2006/main">
              <a:ext uri="{FF2B5EF4-FFF2-40B4-BE49-F238E27FC236}">
                <a16:creationId xmlns:a16="http://schemas.microsoft.com/office/drawing/2014/main" id="{3634BED1-50AB-440E-A10D-CE2CC61D307C}"/>
              </a:ext>
            </a:extLst>
          </p:cNvPr>
          <p:cNvSpPr>
            <a:spLocks xmlns:a="http://schemas.openxmlformats.org/drawingml/2006/main" noGrp="1"/>
          </p:cNvSpPr>
          <p:nvPr/>
        </p:nvSpPr>
        <p:spPr>
          <a:xfrm xmlns:a="http://schemas.openxmlformats.org/drawingml/2006/main">
            <a:off x="609600" y="106680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150" b="1">
                <a:solidFill>
                  <a:srgbClr val="11110F"/>
                </a:solidFill>
                <a:latin typeface="Arial"/>
                <a:ea typeface="Arial"/>
                <a:cs typeface="Arial"/>
              </a:defRPr>
            </a:pPr>
            <a:r>
              <a:rPr sz="3150" b="1">
                <a:solidFill>
                  <a:srgbClr val="11110F"/>
                </a:solidFill>
                <a:latin typeface="Arial"/>
                <a:ea typeface="Arial"/>
                <a:cs typeface="Arial"/>
              </a:rPr>
              <a:t>Friction is evidence</a:t>
            </a:r>
          </a:p>
        </p:txBody>
      </p:sp>
      <p:sp>
        <p:nvSpPr>
          <p:cNvPr id="9" name="">
            <a:extLst xmlns:a="http://schemas.openxmlformats.org/drawingml/2006/main">
              <a:ext uri="{FF2B5EF4-FFF2-40B4-BE49-F238E27FC236}">
                <a16:creationId xmlns:a16="http://schemas.microsoft.com/office/drawing/2014/main" id="{D2DDC472-C138-4A3D-AB17-2FC4688A01FE}"/>
              </a:ext>
            </a:extLst>
          </p:cNvPr>
          <p:cNvSpPr>
            <a:spLocks xmlns:a="http://schemas.openxmlformats.org/drawingml/2006/main" noGrp="1"/>
          </p:cNvSpPr>
          <p:nvPr/>
        </p:nvSpPr>
        <p:spPr>
          <a:xfrm xmlns:a="http://schemas.openxmlformats.org/drawingml/2006/main">
            <a:off x="609600" y="165735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676A64"/>
                </a:solidFill>
                <a:latin typeface="Arial"/>
                <a:ea typeface="Arial"/>
                <a:cs typeface="Arial"/>
              </a:defRPr>
            </a:pPr>
            <a:r>
              <a:rPr sz="1500" b="0">
                <a:solidFill>
                  <a:srgbClr val="676A64"/>
                </a:solidFill>
                <a:latin typeface="Arial"/>
                <a:ea typeface="Arial"/>
                <a:cs typeface="Arial"/>
              </a:rPr>
              <a:t>Record the failure before fixing it.</a:t>
            </a:r>
          </a:p>
        </p:txBody>
      </p:sp>
      <p:sp>
        <p:nvSpPr>
          <p:cNvPr id="10" name="">
            <a:extLst xmlns:a="http://schemas.openxmlformats.org/drawingml/2006/main">
              <a:ext uri="{FF2B5EF4-FFF2-40B4-BE49-F238E27FC236}">
                <a16:creationId xmlns:a16="http://schemas.microsoft.com/office/drawing/2014/main" id="{FF5D0318-7C46-4D68-B7B2-7F47450C4423}"/>
              </a:ext>
            </a:extLst>
          </p:cNvPr>
          <p:cNvSpPr>
            <a:spLocks xmlns:a="http://schemas.openxmlformats.org/drawingml/2006/main" noGrp="1"/>
          </p:cNvSpPr>
          <p:nvPr/>
        </p:nvSpPr>
        <p:spPr>
          <a:xfrm xmlns:a="http://schemas.openxmlformats.org/drawingml/2006/main">
            <a:off x="609600" y="2247900"/>
            <a:ext cx="10648950" cy="457200"/>
          </a:xfrm>
          <a:prstGeom xmlns:a="http://schemas.openxmlformats.org/drawingml/2006/main" prst="roundRect">
            <a:avLst>
              <a:gd name="adj" fmla="val 25000"/>
            </a:avLst>
          </a:prstGeom>
          <a:solidFill xmlns:a="http://schemas.openxmlformats.org/drawingml/2006/main">
            <a:srgbClr val="11110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6E8B766-50B9-4E31-814E-51E8200EDF91}"/>
              </a:ext>
            </a:extLst>
          </p:cNvPr>
          <p:cNvSpPr>
            <a:spLocks xmlns:a="http://schemas.openxmlformats.org/drawingml/2006/main" noGrp="1"/>
          </p:cNvSpPr>
          <p:nvPr/>
        </p:nvSpPr>
        <p:spPr>
          <a:xfrm xmlns:a="http://schemas.openxmlformats.org/drawingml/2006/main">
            <a:off x="781050" y="2390775"/>
            <a:ext cx="2343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rPr sz="975" b="1">
                <a:solidFill>
                  <a:srgbClr val="FFFFFF"/>
                </a:solidFill>
                <a:latin typeface="Arial"/>
                <a:ea typeface="Arial"/>
                <a:cs typeface="Arial"/>
              </a:rPr>
              <a:t>ISSUE</a:t>
            </a:r>
          </a:p>
        </p:txBody>
      </p:sp>
      <p:sp>
        <p:nvSpPr>
          <p:cNvPr id="12" name="">
            <a:extLst xmlns:a="http://schemas.openxmlformats.org/drawingml/2006/main">
              <a:ext uri="{FF2B5EF4-FFF2-40B4-BE49-F238E27FC236}">
                <a16:creationId xmlns:a16="http://schemas.microsoft.com/office/drawing/2014/main" id="{041075F6-4E0E-4E8D-940C-51C266DCB4EC}"/>
              </a:ext>
            </a:extLst>
          </p:cNvPr>
          <p:cNvSpPr>
            <a:spLocks xmlns:a="http://schemas.openxmlformats.org/drawingml/2006/main" noGrp="1"/>
          </p:cNvSpPr>
          <p:nvPr/>
        </p:nvSpPr>
        <p:spPr>
          <a:xfrm xmlns:a="http://schemas.openxmlformats.org/drawingml/2006/main">
            <a:off x="3600450" y="2390775"/>
            <a:ext cx="276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rPr sz="975" b="1">
                <a:solidFill>
                  <a:srgbClr val="FFFFFF"/>
                </a:solidFill>
                <a:latin typeface="Arial"/>
                <a:ea typeface="Arial"/>
                <a:cs typeface="Arial"/>
              </a:rPr>
              <a:t>EXPECTED</a:t>
            </a:r>
          </a:p>
        </p:txBody>
      </p:sp>
      <p:sp>
        <p:nvSpPr>
          <p:cNvPr id="13" name="">
            <a:extLst xmlns:a="http://schemas.openxmlformats.org/drawingml/2006/main">
              <a:ext uri="{FF2B5EF4-FFF2-40B4-BE49-F238E27FC236}">
                <a16:creationId xmlns:a16="http://schemas.microsoft.com/office/drawing/2014/main" id="{59DDA19C-4E1F-4879-B63A-75A6966541CC}"/>
              </a:ext>
            </a:extLst>
          </p:cNvPr>
          <p:cNvSpPr>
            <a:spLocks xmlns:a="http://schemas.openxmlformats.org/drawingml/2006/main" noGrp="1"/>
          </p:cNvSpPr>
          <p:nvPr/>
        </p:nvSpPr>
        <p:spPr>
          <a:xfrm xmlns:a="http://schemas.openxmlformats.org/drawingml/2006/main">
            <a:off x="6858000" y="239077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rPr sz="975" b="1">
                <a:solidFill>
                  <a:srgbClr val="FFFFFF"/>
                </a:solidFill>
                <a:latin typeface="Arial"/>
                <a:ea typeface="Arial"/>
                <a:cs typeface="Arial"/>
              </a:rPr>
              <a:t>REPAIR</a:t>
            </a:r>
          </a:p>
        </p:txBody>
      </p:sp>
      <p:sp>
        <p:nvSpPr>
          <p:cNvPr id="14" name="">
            <a:extLst xmlns:a="http://schemas.openxmlformats.org/drawingml/2006/main">
              <a:ext uri="{FF2B5EF4-FFF2-40B4-BE49-F238E27FC236}">
                <a16:creationId xmlns:a16="http://schemas.microsoft.com/office/drawing/2014/main" id="{5B0A0251-6505-4BF2-ADA7-2A04FF475A1C}"/>
              </a:ext>
            </a:extLst>
          </p:cNvPr>
          <p:cNvSpPr>
            <a:spLocks xmlns:a="http://schemas.openxmlformats.org/drawingml/2006/main" noGrp="1"/>
          </p:cNvSpPr>
          <p:nvPr/>
        </p:nvSpPr>
        <p:spPr>
          <a:xfrm xmlns:a="http://schemas.openxmlformats.org/drawingml/2006/main">
            <a:off x="9810750" y="2390775"/>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D8FF4E"/>
                </a:solidFill>
                <a:latin typeface="Arial"/>
                <a:ea typeface="Arial"/>
                <a:cs typeface="Arial"/>
              </a:defRPr>
            </a:pPr>
            <a:r>
              <a:rPr sz="975" b="1">
                <a:solidFill>
                  <a:srgbClr val="D8FF4E"/>
                </a:solidFill>
                <a:latin typeface="Arial"/>
                <a:ea typeface="Arial"/>
                <a:cs typeface="Arial"/>
              </a:rPr>
              <a:t>STATUS</a:t>
            </a:r>
          </a:p>
        </p:txBody>
      </p:sp>
      <p:sp>
        <p:nvSpPr>
          <p:cNvPr id="15" name="">
            <a:extLst xmlns:a="http://schemas.openxmlformats.org/drawingml/2006/main">
              <a:ext uri="{FF2B5EF4-FFF2-40B4-BE49-F238E27FC236}">
                <a16:creationId xmlns:a16="http://schemas.microsoft.com/office/drawing/2014/main" id="{0CF40A39-68B2-44EF-B9E5-AEBF628C7AD6}"/>
              </a:ext>
            </a:extLst>
          </p:cNvPr>
          <p:cNvSpPr>
            <a:spLocks xmlns:a="http://schemas.openxmlformats.org/drawingml/2006/main" noGrp="1"/>
          </p:cNvSpPr>
          <p:nvPr/>
        </p:nvSpPr>
        <p:spPr>
          <a:xfrm xmlns:a="http://schemas.openxmlformats.org/drawingml/2006/main">
            <a:off x="609600" y="2781300"/>
            <a:ext cx="10648950" cy="571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89DE8F9-F99C-453A-902A-2D776592A006}"/>
              </a:ext>
            </a:extLst>
          </p:cNvPr>
          <p:cNvSpPr>
            <a:spLocks xmlns:a="http://schemas.openxmlformats.org/drawingml/2006/main" noGrp="1"/>
          </p:cNvSpPr>
          <p:nvPr/>
        </p:nvSpPr>
        <p:spPr>
          <a:xfrm xmlns:a="http://schemas.openxmlformats.org/drawingml/2006/main">
            <a:off x="781050" y="2857500"/>
            <a:ext cx="2514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10F"/>
                </a:solidFill>
                <a:latin typeface="Arial"/>
                <a:ea typeface="Arial"/>
                <a:cs typeface="Arial"/>
              </a:defRPr>
            </a:pPr>
            <a:r>
              <a:rPr sz="1350" b="1">
                <a:solidFill>
                  <a:srgbClr val="11110F"/>
                </a:solidFill>
                <a:latin typeface="Arial"/>
                <a:ea typeface="Arial"/>
                <a:cs typeface="Arial"/>
              </a:rPr>
              <a:t>Path fails</a:t>
            </a:r>
          </a:p>
        </p:txBody>
      </p:sp>
      <p:sp>
        <p:nvSpPr>
          <p:cNvPr id="17" name="">
            <a:extLst xmlns:a="http://schemas.openxmlformats.org/drawingml/2006/main">
              <a:ext uri="{FF2B5EF4-FFF2-40B4-BE49-F238E27FC236}">
                <a16:creationId xmlns:a16="http://schemas.microsoft.com/office/drawing/2014/main" id="{E79165D2-8A02-4D6D-9960-FC9E419CA0A0}"/>
              </a:ext>
            </a:extLst>
          </p:cNvPr>
          <p:cNvSpPr>
            <a:spLocks xmlns:a="http://schemas.openxmlformats.org/drawingml/2006/main" noGrp="1"/>
          </p:cNvSpPr>
          <p:nvPr/>
        </p:nvSpPr>
        <p:spPr>
          <a:xfrm xmlns:a="http://schemas.openxmlformats.org/drawingml/2006/main">
            <a:off x="3600450" y="28575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676A64"/>
                </a:solidFill>
                <a:latin typeface="Arial"/>
                <a:ea typeface="Arial"/>
                <a:cs typeface="Arial"/>
              </a:defRPr>
            </a:pPr>
            <a:r>
              <a:rPr sz="1275" b="0">
                <a:solidFill>
                  <a:srgbClr val="676A64"/>
                </a:solidFill>
                <a:latin typeface="Arial"/>
                <a:ea typeface="Arial"/>
                <a:cs typeface="Arial"/>
              </a:rPr>
              <a:t>one command runs</a:t>
            </a:r>
          </a:p>
        </p:txBody>
      </p:sp>
      <p:sp>
        <p:nvSpPr>
          <p:cNvPr id="18" name="">
            <a:extLst xmlns:a="http://schemas.openxmlformats.org/drawingml/2006/main">
              <a:ext uri="{FF2B5EF4-FFF2-40B4-BE49-F238E27FC236}">
                <a16:creationId xmlns:a16="http://schemas.microsoft.com/office/drawing/2014/main" id="{6F9F3D25-CD1A-41B9-8AF1-708D54F001C3}"/>
              </a:ext>
            </a:extLst>
          </p:cNvPr>
          <p:cNvSpPr>
            <a:spLocks xmlns:a="http://schemas.openxmlformats.org/drawingml/2006/main" noGrp="1"/>
          </p:cNvSpPr>
          <p:nvPr/>
        </p:nvSpPr>
        <p:spPr>
          <a:xfrm xmlns:a="http://schemas.openxmlformats.org/drawingml/2006/main">
            <a:off x="6858000" y="285750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676A64"/>
                </a:solidFill>
                <a:latin typeface="Arial"/>
                <a:ea typeface="Arial"/>
                <a:cs typeface="Arial"/>
              </a:defRPr>
            </a:pPr>
            <a:r>
              <a:rPr sz="1275" b="0">
                <a:solidFill>
                  <a:srgbClr val="676A64"/>
                </a:solidFill>
                <a:latin typeface="Arial"/>
                <a:ea typeface="Arial"/>
                <a:cs typeface="Arial"/>
              </a:rPr>
              <a:t>use relative path</a:t>
            </a:r>
          </a:p>
        </p:txBody>
      </p:sp>
      <p:sp>
        <p:nvSpPr>
          <p:cNvPr id="19" name="">
            <a:extLst xmlns:a="http://schemas.openxmlformats.org/drawingml/2006/main">
              <a:ext uri="{FF2B5EF4-FFF2-40B4-BE49-F238E27FC236}">
                <a16:creationId xmlns:a16="http://schemas.microsoft.com/office/drawing/2014/main" id="{8DEBCB1A-B12B-4F8B-94E3-9E182A3FFB47}"/>
              </a:ext>
            </a:extLst>
          </p:cNvPr>
          <p:cNvSpPr>
            <a:spLocks xmlns:a="http://schemas.openxmlformats.org/drawingml/2006/main" noGrp="1"/>
          </p:cNvSpPr>
          <p:nvPr/>
        </p:nvSpPr>
        <p:spPr>
          <a:xfrm xmlns:a="http://schemas.openxmlformats.org/drawingml/2006/main">
            <a:off x="9810750" y="2857500"/>
            <a:ext cx="1295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FF5D5D"/>
                </a:solidFill>
                <a:latin typeface="Arial"/>
                <a:ea typeface="Arial"/>
                <a:cs typeface="Arial"/>
              </a:defRPr>
            </a:pPr>
            <a:r>
              <a:rPr sz="1050" b="1">
                <a:solidFill>
                  <a:srgbClr val="FF5D5D"/>
                </a:solidFill>
                <a:latin typeface="Arial"/>
                <a:ea typeface="Arial"/>
                <a:cs typeface="Arial"/>
              </a:rPr>
              <a:t>OPEN</a:t>
            </a:r>
          </a:p>
        </p:txBody>
      </p:sp>
      <p:sp>
        <p:nvSpPr>
          <p:cNvPr id="20" name="">
            <a:extLst xmlns:a="http://schemas.openxmlformats.org/drawingml/2006/main">
              <a:ext uri="{FF2B5EF4-FFF2-40B4-BE49-F238E27FC236}">
                <a16:creationId xmlns:a16="http://schemas.microsoft.com/office/drawing/2014/main" id="{CEC29383-E5D0-4ECD-AD2B-E1D2C29F0133}"/>
              </a:ext>
            </a:extLst>
          </p:cNvPr>
          <p:cNvSpPr>
            <a:spLocks xmlns:a="http://schemas.openxmlformats.org/drawingml/2006/main" noGrp="1"/>
          </p:cNvSpPr>
          <p:nvPr/>
        </p:nvSpPr>
        <p:spPr>
          <a:xfrm xmlns:a="http://schemas.openxmlformats.org/drawingml/2006/main">
            <a:off x="609600" y="3314700"/>
            <a:ext cx="10648950" cy="9525"/>
          </a:xfrm>
          <a:prstGeom xmlns:a="http://schemas.openxmlformats.org/drawingml/2006/main" prst="rect">
            <a:avLst/>
          </a:prstGeom>
          <a:solidFill xmlns:a="http://schemas.openxmlformats.org/drawingml/2006/main">
            <a:srgbClr val="C8C7B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A3A4B0B-8621-4112-AACE-9C0439933A1A}"/>
              </a:ext>
            </a:extLst>
          </p:cNvPr>
          <p:cNvSpPr>
            <a:spLocks xmlns:a="http://schemas.openxmlformats.org/drawingml/2006/main" noGrp="1"/>
          </p:cNvSpPr>
          <p:nvPr/>
        </p:nvSpPr>
        <p:spPr>
          <a:xfrm xmlns:a="http://schemas.openxmlformats.org/drawingml/2006/main">
            <a:off x="781050" y="3543300"/>
            <a:ext cx="2514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10F"/>
                </a:solidFill>
                <a:latin typeface="Arial"/>
                <a:ea typeface="Arial"/>
                <a:cs typeface="Arial"/>
              </a:defRPr>
            </a:pPr>
            <a:r>
              <a:rPr sz="1350" b="1">
                <a:solidFill>
                  <a:srgbClr val="11110F"/>
                </a:solidFill>
                <a:latin typeface="Arial"/>
                <a:ea typeface="Arial"/>
                <a:cs typeface="Arial"/>
              </a:rPr>
              <a:t>Version unclear</a:t>
            </a:r>
          </a:p>
        </p:txBody>
      </p:sp>
      <p:sp>
        <p:nvSpPr>
          <p:cNvPr id="22" name="">
            <a:extLst xmlns:a="http://schemas.openxmlformats.org/drawingml/2006/main">
              <a:ext uri="{FF2B5EF4-FFF2-40B4-BE49-F238E27FC236}">
                <a16:creationId xmlns:a16="http://schemas.microsoft.com/office/drawing/2014/main" id="{D3E22B75-C0D0-4378-A025-69A92C29826F}"/>
              </a:ext>
            </a:extLst>
          </p:cNvPr>
          <p:cNvSpPr>
            <a:spLocks xmlns:a="http://schemas.openxmlformats.org/drawingml/2006/main" noGrp="1"/>
          </p:cNvSpPr>
          <p:nvPr/>
        </p:nvSpPr>
        <p:spPr>
          <a:xfrm xmlns:a="http://schemas.openxmlformats.org/drawingml/2006/main">
            <a:off x="3600450" y="35433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676A64"/>
                </a:solidFill>
                <a:latin typeface="Arial"/>
                <a:ea typeface="Arial"/>
                <a:cs typeface="Arial"/>
              </a:defRPr>
            </a:pPr>
            <a:r>
              <a:rPr sz="1275" b="0">
                <a:solidFill>
                  <a:srgbClr val="676A64"/>
                </a:solidFill>
                <a:latin typeface="Arial"/>
                <a:ea typeface="Arial"/>
                <a:cs typeface="Arial"/>
              </a:rPr>
              <a:t>frozen release</a:t>
            </a:r>
          </a:p>
        </p:txBody>
      </p:sp>
      <p:sp>
        <p:nvSpPr>
          <p:cNvPr id="23" name="">
            <a:extLst xmlns:a="http://schemas.openxmlformats.org/drawingml/2006/main">
              <a:ext uri="{FF2B5EF4-FFF2-40B4-BE49-F238E27FC236}">
                <a16:creationId xmlns:a16="http://schemas.microsoft.com/office/drawing/2014/main" id="{48A9A17B-9EE1-413A-AF8B-5C164F66A6E2}"/>
              </a:ext>
            </a:extLst>
          </p:cNvPr>
          <p:cNvSpPr>
            <a:spLocks xmlns:a="http://schemas.openxmlformats.org/drawingml/2006/main" noGrp="1"/>
          </p:cNvSpPr>
          <p:nvPr/>
        </p:nvSpPr>
        <p:spPr>
          <a:xfrm xmlns:a="http://schemas.openxmlformats.org/drawingml/2006/main">
            <a:off x="6858000" y="354330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676A64"/>
                </a:solidFill>
                <a:latin typeface="Arial"/>
                <a:ea typeface="Arial"/>
                <a:cs typeface="Arial"/>
              </a:defRPr>
            </a:pPr>
            <a:r>
              <a:rPr sz="1275" b="0">
                <a:solidFill>
                  <a:srgbClr val="676A64"/>
                </a:solidFill>
                <a:latin typeface="Arial"/>
                <a:ea typeface="Arial"/>
                <a:cs typeface="Arial"/>
              </a:rPr>
              <a:t>record tag / DOI</a:t>
            </a:r>
          </a:p>
        </p:txBody>
      </p:sp>
      <p:sp>
        <p:nvSpPr>
          <p:cNvPr id="24" name="">
            <a:extLst xmlns:a="http://schemas.openxmlformats.org/drawingml/2006/main">
              <a:ext uri="{FF2B5EF4-FFF2-40B4-BE49-F238E27FC236}">
                <a16:creationId xmlns:a16="http://schemas.microsoft.com/office/drawing/2014/main" id="{52B7B9B4-1964-48B4-A386-7B7076DD120F}"/>
              </a:ext>
            </a:extLst>
          </p:cNvPr>
          <p:cNvSpPr>
            <a:spLocks xmlns:a="http://schemas.openxmlformats.org/drawingml/2006/main" noGrp="1"/>
          </p:cNvSpPr>
          <p:nvPr/>
        </p:nvSpPr>
        <p:spPr>
          <a:xfrm xmlns:a="http://schemas.openxmlformats.org/drawingml/2006/main">
            <a:off x="9810750" y="3543300"/>
            <a:ext cx="1295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FF5D5D"/>
                </a:solidFill>
                <a:latin typeface="Arial"/>
                <a:ea typeface="Arial"/>
                <a:cs typeface="Arial"/>
              </a:defRPr>
            </a:pPr>
            <a:r>
              <a:rPr sz="1050" b="1">
                <a:solidFill>
                  <a:srgbClr val="FF5D5D"/>
                </a:solidFill>
                <a:latin typeface="Arial"/>
                <a:ea typeface="Arial"/>
                <a:cs typeface="Arial"/>
              </a:rPr>
              <a:t>OPEN</a:t>
            </a:r>
          </a:p>
        </p:txBody>
      </p:sp>
      <p:sp>
        <p:nvSpPr>
          <p:cNvPr id="25" name="">
            <a:extLst xmlns:a="http://schemas.openxmlformats.org/drawingml/2006/main">
              <a:ext uri="{FF2B5EF4-FFF2-40B4-BE49-F238E27FC236}">
                <a16:creationId xmlns:a16="http://schemas.microsoft.com/office/drawing/2014/main" id="{10D48FAE-44FD-4D9E-AA27-D824730DFB8C}"/>
              </a:ext>
            </a:extLst>
          </p:cNvPr>
          <p:cNvSpPr>
            <a:spLocks xmlns:a="http://schemas.openxmlformats.org/drawingml/2006/main" noGrp="1"/>
          </p:cNvSpPr>
          <p:nvPr/>
        </p:nvSpPr>
        <p:spPr>
          <a:xfrm xmlns:a="http://schemas.openxmlformats.org/drawingml/2006/main">
            <a:off x="609600" y="4000500"/>
            <a:ext cx="10648950" cy="9525"/>
          </a:xfrm>
          <a:prstGeom xmlns:a="http://schemas.openxmlformats.org/drawingml/2006/main" prst="rect">
            <a:avLst/>
          </a:prstGeom>
          <a:solidFill xmlns:a="http://schemas.openxmlformats.org/drawingml/2006/main">
            <a:srgbClr val="C8C7B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58A8A88-4B84-4A3C-B863-2F602BB31CFC}"/>
              </a:ext>
            </a:extLst>
          </p:cNvPr>
          <p:cNvSpPr>
            <a:spLocks xmlns:a="http://schemas.openxmlformats.org/drawingml/2006/main" noGrp="1"/>
          </p:cNvSpPr>
          <p:nvPr/>
        </p:nvSpPr>
        <p:spPr>
          <a:xfrm xmlns:a="http://schemas.openxmlformats.org/drawingml/2006/main">
            <a:off x="609600" y="4152900"/>
            <a:ext cx="10648950" cy="571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CFDEFD2-292B-4C17-9713-FBE700AF561E}"/>
              </a:ext>
            </a:extLst>
          </p:cNvPr>
          <p:cNvSpPr>
            <a:spLocks xmlns:a="http://schemas.openxmlformats.org/drawingml/2006/main" noGrp="1"/>
          </p:cNvSpPr>
          <p:nvPr/>
        </p:nvSpPr>
        <p:spPr>
          <a:xfrm xmlns:a="http://schemas.openxmlformats.org/drawingml/2006/main">
            <a:off x="781050" y="4229100"/>
            <a:ext cx="2514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10F"/>
                </a:solidFill>
                <a:latin typeface="Arial"/>
                <a:ea typeface="Arial"/>
                <a:cs typeface="Arial"/>
              </a:defRPr>
            </a:pPr>
            <a:r>
              <a:rPr sz="1350" b="1">
                <a:solidFill>
                  <a:srgbClr val="11110F"/>
                </a:solidFill>
                <a:latin typeface="Arial"/>
                <a:ea typeface="Arial"/>
                <a:cs typeface="Arial"/>
              </a:rPr>
              <a:t>Mean differs</a:t>
            </a:r>
          </a:p>
        </p:txBody>
      </p:sp>
      <p:sp>
        <p:nvSpPr>
          <p:cNvPr id="28" name="">
            <a:extLst xmlns:a="http://schemas.openxmlformats.org/drawingml/2006/main">
              <a:ext uri="{FF2B5EF4-FFF2-40B4-BE49-F238E27FC236}">
                <a16:creationId xmlns:a16="http://schemas.microsoft.com/office/drawing/2014/main" id="{497D351F-F7E5-4075-8D19-9ED4D88BBD3B}"/>
              </a:ext>
            </a:extLst>
          </p:cNvPr>
          <p:cNvSpPr>
            <a:spLocks xmlns:a="http://schemas.openxmlformats.org/drawingml/2006/main" noGrp="1"/>
          </p:cNvSpPr>
          <p:nvPr/>
        </p:nvSpPr>
        <p:spPr>
          <a:xfrm xmlns:a="http://schemas.openxmlformats.org/drawingml/2006/main">
            <a:off x="3600450" y="42291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676A64"/>
                </a:solidFill>
                <a:latin typeface="Arial"/>
                <a:ea typeface="Arial"/>
                <a:cs typeface="Arial"/>
              </a:defRPr>
            </a:pPr>
            <a:r>
              <a:rPr sz="1275" b="0">
                <a:solidFill>
                  <a:srgbClr val="676A64"/>
                </a:solidFill>
                <a:latin typeface="Arial"/>
                <a:ea typeface="Arial"/>
                <a:cs typeface="Arial"/>
              </a:rPr>
              <a:t>exact tolerance</a:t>
            </a:r>
          </a:p>
        </p:txBody>
      </p:sp>
      <p:sp>
        <p:nvSpPr>
          <p:cNvPr id="29" name="">
            <a:extLst xmlns:a="http://schemas.openxmlformats.org/drawingml/2006/main">
              <a:ext uri="{FF2B5EF4-FFF2-40B4-BE49-F238E27FC236}">
                <a16:creationId xmlns:a16="http://schemas.microsoft.com/office/drawing/2014/main" id="{31C74EBF-5168-474D-BC83-6C5A0550BE84}"/>
              </a:ext>
            </a:extLst>
          </p:cNvPr>
          <p:cNvSpPr>
            <a:spLocks xmlns:a="http://schemas.openxmlformats.org/drawingml/2006/main" noGrp="1"/>
          </p:cNvSpPr>
          <p:nvPr/>
        </p:nvSpPr>
        <p:spPr>
          <a:xfrm xmlns:a="http://schemas.openxmlformats.org/drawingml/2006/main">
            <a:off x="6858000" y="422910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676A64"/>
                </a:solidFill>
                <a:latin typeface="Arial"/>
                <a:ea typeface="Arial"/>
                <a:cs typeface="Arial"/>
              </a:defRPr>
            </a:pPr>
            <a:r>
              <a:rPr sz="1275" b="0">
                <a:solidFill>
                  <a:srgbClr val="676A64"/>
                </a:solidFill>
                <a:latin typeface="Arial"/>
                <a:ea typeface="Arial"/>
                <a:cs typeface="Arial"/>
              </a:rPr>
              <a:t>log discrepancy</a:t>
            </a:r>
          </a:p>
        </p:txBody>
      </p:sp>
      <p:sp>
        <p:nvSpPr>
          <p:cNvPr id="30" name="">
            <a:extLst xmlns:a="http://schemas.openxmlformats.org/drawingml/2006/main">
              <a:ext uri="{FF2B5EF4-FFF2-40B4-BE49-F238E27FC236}">
                <a16:creationId xmlns:a16="http://schemas.microsoft.com/office/drawing/2014/main" id="{F6C36F57-3222-4396-9EEC-F41D1851A52F}"/>
              </a:ext>
            </a:extLst>
          </p:cNvPr>
          <p:cNvSpPr>
            <a:spLocks xmlns:a="http://schemas.openxmlformats.org/drawingml/2006/main" noGrp="1"/>
          </p:cNvSpPr>
          <p:nvPr/>
        </p:nvSpPr>
        <p:spPr>
          <a:xfrm xmlns:a="http://schemas.openxmlformats.org/drawingml/2006/main">
            <a:off x="9810750" y="4229100"/>
            <a:ext cx="1295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FF5D5D"/>
                </a:solidFill>
                <a:latin typeface="Arial"/>
                <a:ea typeface="Arial"/>
                <a:cs typeface="Arial"/>
              </a:defRPr>
            </a:pPr>
            <a:r>
              <a:rPr sz="1050" b="1">
                <a:solidFill>
                  <a:srgbClr val="FF5D5D"/>
                </a:solidFill>
                <a:latin typeface="Arial"/>
                <a:ea typeface="Arial"/>
                <a:cs typeface="Arial"/>
              </a:rPr>
              <a:t>OPEN</a:t>
            </a:r>
          </a:p>
        </p:txBody>
      </p:sp>
      <p:sp>
        <p:nvSpPr>
          <p:cNvPr id="31" name="">
            <a:extLst xmlns:a="http://schemas.openxmlformats.org/drawingml/2006/main">
              <a:ext uri="{FF2B5EF4-FFF2-40B4-BE49-F238E27FC236}">
                <a16:creationId xmlns:a16="http://schemas.microsoft.com/office/drawing/2014/main" id="{64CD1A23-F0AB-4B63-B163-9AA48B0B3AFC}"/>
              </a:ext>
            </a:extLst>
          </p:cNvPr>
          <p:cNvSpPr>
            <a:spLocks xmlns:a="http://schemas.openxmlformats.org/drawingml/2006/main" noGrp="1"/>
          </p:cNvSpPr>
          <p:nvPr/>
        </p:nvSpPr>
        <p:spPr>
          <a:xfrm xmlns:a="http://schemas.openxmlformats.org/drawingml/2006/main">
            <a:off x="609600" y="4686300"/>
            <a:ext cx="10648950" cy="9525"/>
          </a:xfrm>
          <a:prstGeom xmlns:a="http://schemas.openxmlformats.org/drawingml/2006/main" prst="rect">
            <a:avLst/>
          </a:prstGeom>
          <a:solidFill xmlns:a="http://schemas.openxmlformats.org/drawingml/2006/main">
            <a:srgbClr val="C8C7B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1C008B5-0895-4FBD-9789-D56E19FEF073}"/>
              </a:ext>
            </a:extLst>
          </p:cNvPr>
          <p:cNvSpPr>
            <a:spLocks xmlns:a="http://schemas.openxmlformats.org/drawingml/2006/main" noGrp="1"/>
          </p:cNvSpPr>
          <p:nvPr/>
        </p:nvSpPr>
        <p:spPr>
          <a:xfrm xmlns:a="http://schemas.openxmlformats.org/drawingml/2006/main">
            <a:off x="781050" y="4914900"/>
            <a:ext cx="2514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10F"/>
                </a:solidFill>
                <a:latin typeface="Arial"/>
                <a:ea typeface="Arial"/>
                <a:cs typeface="Arial"/>
              </a:defRPr>
            </a:pPr>
            <a:r>
              <a:rPr sz="1350" b="1">
                <a:solidFill>
                  <a:srgbClr val="11110F"/>
                </a:solidFill>
                <a:latin typeface="Arial"/>
                <a:ea typeface="Arial"/>
                <a:cs typeface="Arial"/>
              </a:rPr>
              <a:t>Step assumed</a:t>
            </a:r>
          </a:p>
        </p:txBody>
      </p:sp>
      <p:sp>
        <p:nvSpPr>
          <p:cNvPr id="33" name="">
            <a:extLst xmlns:a="http://schemas.openxmlformats.org/drawingml/2006/main">
              <a:ext uri="{FF2B5EF4-FFF2-40B4-BE49-F238E27FC236}">
                <a16:creationId xmlns:a16="http://schemas.microsoft.com/office/drawing/2014/main" id="{1DFB41E4-7024-4811-84B8-F7BA7075AD65}"/>
              </a:ext>
            </a:extLst>
          </p:cNvPr>
          <p:cNvSpPr>
            <a:spLocks xmlns:a="http://schemas.openxmlformats.org/drawingml/2006/main" noGrp="1"/>
          </p:cNvSpPr>
          <p:nvPr/>
        </p:nvSpPr>
        <p:spPr>
          <a:xfrm xmlns:a="http://schemas.openxmlformats.org/drawingml/2006/main">
            <a:off x="3600450" y="49149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676A64"/>
                </a:solidFill>
                <a:latin typeface="Arial"/>
                <a:ea typeface="Arial"/>
                <a:cs typeface="Arial"/>
              </a:defRPr>
            </a:pPr>
            <a:r>
              <a:rPr sz="1275" b="0">
                <a:solidFill>
                  <a:srgbClr val="676A64"/>
                </a:solidFill>
                <a:latin typeface="Arial"/>
                <a:ea typeface="Arial"/>
                <a:cs typeface="Arial"/>
              </a:rPr>
              <a:t>written instruction</a:t>
            </a:r>
          </a:p>
        </p:txBody>
      </p:sp>
      <p:sp>
        <p:nvSpPr>
          <p:cNvPr id="34" name="">
            <a:extLst xmlns:a="http://schemas.openxmlformats.org/drawingml/2006/main">
              <a:ext uri="{FF2B5EF4-FFF2-40B4-BE49-F238E27FC236}">
                <a16:creationId xmlns:a16="http://schemas.microsoft.com/office/drawing/2014/main" id="{7582D5EB-F389-4974-A30C-08E204A99105}"/>
              </a:ext>
            </a:extLst>
          </p:cNvPr>
          <p:cNvSpPr>
            <a:spLocks xmlns:a="http://schemas.openxmlformats.org/drawingml/2006/main" noGrp="1"/>
          </p:cNvSpPr>
          <p:nvPr/>
        </p:nvSpPr>
        <p:spPr>
          <a:xfrm xmlns:a="http://schemas.openxmlformats.org/drawingml/2006/main">
            <a:off x="6858000" y="491490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676A64"/>
                </a:solidFill>
                <a:latin typeface="Arial"/>
                <a:ea typeface="Arial"/>
                <a:cs typeface="Arial"/>
              </a:defRPr>
            </a:pPr>
            <a:r>
              <a:rPr sz="1275" b="0">
                <a:solidFill>
                  <a:srgbClr val="676A64"/>
                </a:solidFill>
                <a:latin typeface="Arial"/>
                <a:ea typeface="Arial"/>
                <a:cs typeface="Arial"/>
              </a:rPr>
              <a:t>repair README</a:t>
            </a:r>
          </a:p>
        </p:txBody>
      </p:sp>
      <p:sp>
        <p:nvSpPr>
          <p:cNvPr id="35" name="">
            <a:extLst xmlns:a="http://schemas.openxmlformats.org/drawingml/2006/main">
              <a:ext uri="{FF2B5EF4-FFF2-40B4-BE49-F238E27FC236}">
                <a16:creationId xmlns:a16="http://schemas.microsoft.com/office/drawing/2014/main" id="{DD20A353-7653-4D8C-9D00-A0B2F7E8B2DF}"/>
              </a:ext>
            </a:extLst>
          </p:cNvPr>
          <p:cNvSpPr>
            <a:spLocks xmlns:a="http://schemas.openxmlformats.org/drawingml/2006/main" noGrp="1"/>
          </p:cNvSpPr>
          <p:nvPr/>
        </p:nvSpPr>
        <p:spPr>
          <a:xfrm xmlns:a="http://schemas.openxmlformats.org/drawingml/2006/main">
            <a:off x="9810750" y="4914900"/>
            <a:ext cx="1295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FF5D5D"/>
                </a:solidFill>
                <a:latin typeface="Arial"/>
                <a:ea typeface="Arial"/>
                <a:cs typeface="Arial"/>
              </a:defRPr>
            </a:pPr>
            <a:r>
              <a:rPr sz="1050" b="1">
                <a:solidFill>
                  <a:srgbClr val="FF5D5D"/>
                </a:solidFill>
                <a:latin typeface="Arial"/>
                <a:ea typeface="Arial"/>
                <a:cs typeface="Arial"/>
              </a:rPr>
              <a:t>OPEN</a:t>
            </a:r>
          </a:p>
        </p:txBody>
      </p:sp>
      <p:sp>
        <p:nvSpPr>
          <p:cNvPr id="36" name="">
            <a:extLst xmlns:a="http://schemas.openxmlformats.org/drawingml/2006/main">
              <a:ext uri="{FF2B5EF4-FFF2-40B4-BE49-F238E27FC236}">
                <a16:creationId xmlns:a16="http://schemas.microsoft.com/office/drawing/2014/main" id="{15668684-48CC-422A-BCF4-270C48116F7D}"/>
              </a:ext>
            </a:extLst>
          </p:cNvPr>
          <p:cNvSpPr>
            <a:spLocks xmlns:a="http://schemas.openxmlformats.org/drawingml/2006/main" noGrp="1"/>
          </p:cNvSpPr>
          <p:nvPr/>
        </p:nvSpPr>
        <p:spPr>
          <a:xfrm xmlns:a="http://schemas.openxmlformats.org/drawingml/2006/main">
            <a:off x="609600" y="5372100"/>
            <a:ext cx="10648950" cy="9525"/>
          </a:xfrm>
          <a:prstGeom xmlns:a="http://schemas.openxmlformats.org/drawingml/2006/main" prst="rect">
            <a:avLst/>
          </a:prstGeom>
          <a:solidFill xmlns:a="http://schemas.openxmlformats.org/drawingml/2006/main">
            <a:srgbClr val="C8C7BF"/>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2EF56DB2-5574-45FA-8322-0B8B5AFA76CA}"/>
              </a:ext>
            </a:extLst>
          </p:cNvPr>
          <p:cNvSpPr>
            <a:spLocks xmlns:a="http://schemas.openxmlformats.org/drawingml/2006/main" noGrp="1"/>
          </p:cNvSpPr>
          <p:nvPr/>
        </p:nvSpPr>
        <p:spPr>
          <a:xfrm xmlns:a="http://schemas.openxmlformats.org/drawingml/2006/main">
            <a:off x="609600" y="5791200"/>
            <a:ext cx="885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676A64"/>
                </a:solidFill>
                <a:latin typeface="Arial"/>
                <a:ea typeface="Arial"/>
                <a:cs typeface="Arial"/>
              </a:defRPr>
            </a:pPr>
            <a:r>
              <a:rPr sz="1125" b="0">
                <a:solidFill>
                  <a:srgbClr val="676A64"/>
                </a:solidFill>
                <a:latin typeface="Arial"/>
                <a:ea typeface="Arial"/>
                <a:cs typeface="Arial"/>
              </a:rPr>
              <a:t>Template — replace examples with actual observations from the live handoff.</a:t>
            </a:r>
          </a:p>
        </p:txBody>
      </p:sp>
    </p:spTree>
    <p:extLst>
      <p:ext uri="{BB962C8B-B14F-4D97-AF65-F5344CB8AC3E}">
        <p14:creationId xmlns:p14="http://schemas.microsoft.com/office/powerpoint/2010/main" val="2014809721"/>
      </p:ext>
    </p:extLst>
  </p:cSld>
</p:sld>
</file>

<file path=ppt/slides/slide13.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68FC490-6746-4E55-81DD-94E4F174F76C}"/>
              </a:ext>
            </a:extLst>
          </p:cNvPr>
          <p:cNvSpPr>
            <a:spLocks xmlns:a="http://schemas.openxmlformats.org/drawingml/2006/main" noGrp="1"/>
          </p:cNvSpPr>
          <p:nvPr/>
        </p:nvSpPr>
        <p:spPr>
          <a:xfrm xmlns:a="http://schemas.openxmlformats.org/drawingml/2006/main">
            <a:off x="609600" y="361950"/>
            <a:ext cx="266700" cy="266700"/>
          </a:xfrm>
          <a:prstGeom xmlns:a="http://schemas.openxmlformats.org/drawingml/2006/main" prst="rect">
            <a:avLst/>
          </a:prstGeom>
          <a:solidFill xmlns:a="http://schemas.openxmlformats.org/drawingml/2006/main">
            <a:srgbClr val="2448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D46985F-CE05-48FA-978A-EFA45E762DE1}"/>
              </a:ext>
            </a:extLst>
          </p:cNvPr>
          <p:cNvSpPr>
            <a:spLocks xmlns:a="http://schemas.openxmlformats.org/drawingml/2006/main" noGrp="1"/>
          </p:cNvSpPr>
          <p:nvPr/>
        </p:nvSpPr>
        <p:spPr>
          <a:xfrm xmlns:a="http://schemas.openxmlformats.org/drawingml/2006/main">
            <a:off x="685800" y="438150"/>
            <a:ext cx="114300" cy="114300"/>
          </a:xfrm>
          <a:prstGeom xmlns:a="http://schemas.openxmlformats.org/drawingml/2006/main" prst="rect">
            <a:avLst/>
          </a:prstGeom>
          <a:solidFill xmlns:a="http://schemas.openxmlformats.org/drawingml/2006/main">
            <a:srgbClr val="F4F1E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AF4AD38-B380-42CE-A0D6-F9515AC0B7AC}"/>
              </a:ext>
            </a:extLst>
          </p:cNvPr>
          <p:cNvSpPr>
            <a:spLocks xmlns:a="http://schemas.openxmlformats.org/drawingml/2006/main" noGrp="1"/>
          </p:cNvSpPr>
          <p:nvPr/>
        </p:nvSpPr>
        <p:spPr>
          <a:xfrm xmlns:a="http://schemas.openxmlformats.org/drawingml/2006/main">
            <a:off x="990600" y="3810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11110F"/>
                </a:solidFill>
                <a:latin typeface="Arial"/>
                <a:ea typeface="Arial"/>
                <a:cs typeface="Arial"/>
              </a:defRPr>
            </a:pPr>
            <a:r>
              <a:rPr sz="1050" b="1">
                <a:solidFill>
                  <a:srgbClr val="11110F"/>
                </a:solidFill>
                <a:latin typeface="Arial"/>
                <a:ea typeface="Arial"/>
                <a:cs typeface="Arial"/>
              </a:rPr>
              <a:t>MENA OPEN DATA &amp; EVIDENCE LAB</a:t>
            </a:r>
          </a:p>
        </p:txBody>
      </p:sp>
      <p:sp>
        <p:nvSpPr>
          <p:cNvPr id="4" name="">
            <a:extLst xmlns:a="http://schemas.openxmlformats.org/drawingml/2006/main">
              <a:ext uri="{FF2B5EF4-FFF2-40B4-BE49-F238E27FC236}">
                <a16:creationId xmlns:a16="http://schemas.microsoft.com/office/drawing/2014/main" id="{D8296306-CA7E-4E40-8C86-47A0EDA5F763}"/>
              </a:ext>
            </a:extLst>
          </p:cNvPr>
          <p:cNvSpPr>
            <a:spLocks xmlns:a="http://schemas.openxmlformats.org/drawingml/2006/main" noGrp="1"/>
          </p:cNvSpPr>
          <p:nvPr/>
        </p:nvSpPr>
        <p:spPr>
          <a:xfrm xmlns:a="http://schemas.openxmlformats.org/drawingml/2006/main">
            <a:off x="8667750" y="3810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676A64"/>
                </a:solidFill>
                <a:latin typeface="Arial"/>
                <a:ea typeface="Arial"/>
                <a:cs typeface="Arial"/>
              </a:defRPr>
            </a:pPr>
            <a:r>
              <a:rPr sz="975" b="1">
                <a:solidFill>
                  <a:srgbClr val="676A64"/>
                </a:solidFill>
                <a:latin typeface="Arial"/>
                <a:ea typeface="Arial"/>
                <a:cs typeface="Arial"/>
              </a:rPr>
              <a:t>EXIT TICKET</a:t>
            </a:r>
          </a:p>
        </p:txBody>
      </p:sp>
      <p:sp>
        <p:nvSpPr>
          <p:cNvPr id="5" name="">
            <a:extLst xmlns:a="http://schemas.openxmlformats.org/drawingml/2006/main">
              <a:ext uri="{FF2B5EF4-FFF2-40B4-BE49-F238E27FC236}">
                <a16:creationId xmlns:a16="http://schemas.microsoft.com/office/drawing/2014/main" id="{00BC0AC4-CD07-4467-A4F9-C0D62AD88476}"/>
              </a:ext>
            </a:extLst>
          </p:cNvPr>
          <p:cNvSpPr>
            <a:spLocks xmlns:a="http://schemas.openxmlformats.org/drawingml/2006/main" noGrp="1"/>
          </p:cNvSpPr>
          <p:nvPr/>
        </p:nvSpPr>
        <p:spPr>
          <a:xfrm xmlns:a="http://schemas.openxmlformats.org/drawingml/2006/main">
            <a:off x="609600" y="742950"/>
            <a:ext cx="10972800" cy="9525"/>
          </a:xfrm>
          <a:prstGeom xmlns:a="http://schemas.openxmlformats.org/drawingml/2006/main" prst="rect">
            <a:avLst/>
          </a:prstGeom>
          <a:solidFill xmlns:a="http://schemas.openxmlformats.org/drawingml/2006/main">
            <a:srgbClr val="C8C7B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0A11A7A-7A17-4FB8-99D7-0B04D4492A7A}"/>
              </a:ext>
            </a:extLst>
          </p:cNvPr>
          <p:cNvSpPr>
            <a:spLocks xmlns:a="http://schemas.openxmlformats.org/drawingml/2006/main" noGrp="1"/>
          </p:cNvSpPr>
          <p:nvPr/>
        </p:nvSpPr>
        <p:spPr>
          <a:xfrm xmlns:a="http://schemas.openxmlformats.org/drawingml/2006/main">
            <a:off x="609600" y="64579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76A64"/>
                </a:solidFill>
                <a:latin typeface="Arial"/>
                <a:ea typeface="Arial"/>
                <a:cs typeface="Arial"/>
              </a:defRPr>
            </a:pPr>
            <a:r>
              <a:rPr sz="825" b="1">
                <a:solidFill>
                  <a:srgbClr val="676A64"/>
                </a:solidFill>
                <a:latin typeface="Arial"/>
                <a:ea typeface="Arial"/>
                <a:cs typeface="Arial"/>
              </a:rPr>
              <a:t>WORKSHOP 001  •  SCHEDULED 23 AUG 2026</a:t>
            </a:r>
          </a:p>
        </p:txBody>
      </p:sp>
      <p:sp>
        <p:nvSpPr>
          <p:cNvPr id="7" name="">
            <a:extLst xmlns:a="http://schemas.openxmlformats.org/drawingml/2006/main">
              <a:ext uri="{FF2B5EF4-FFF2-40B4-BE49-F238E27FC236}">
                <a16:creationId xmlns:a16="http://schemas.microsoft.com/office/drawing/2014/main" id="{A7583A1D-5205-4E40-9634-8D7F25E4F636}"/>
              </a:ext>
            </a:extLst>
          </p:cNvPr>
          <p:cNvSpPr>
            <a:spLocks xmlns:a="http://schemas.openxmlformats.org/drawingml/2006/main" noGrp="1"/>
          </p:cNvSpPr>
          <p:nvPr/>
        </p:nvSpPr>
        <p:spPr>
          <a:xfrm xmlns:a="http://schemas.openxmlformats.org/drawingml/2006/main">
            <a:off x="11049000" y="64389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676A64"/>
                </a:solidFill>
                <a:latin typeface="Courier New"/>
                <a:ea typeface="Courier New"/>
                <a:cs typeface="Courier New"/>
              </a:defRPr>
            </a:pPr>
            <a:r>
              <a:rPr sz="900" b="1">
                <a:solidFill>
                  <a:srgbClr val="676A64"/>
                </a:solidFill>
                <a:latin typeface="Courier New"/>
                <a:ea typeface="Courier New"/>
                <a:cs typeface="Courier New"/>
              </a:rPr>
              <a:t>13</a:t>
            </a:r>
          </a:p>
        </p:txBody>
      </p:sp>
      <p:sp>
        <p:nvSpPr>
          <p:cNvPr id="8" name="">
            <a:extLst xmlns:a="http://schemas.openxmlformats.org/drawingml/2006/main">
              <a:ext uri="{FF2B5EF4-FFF2-40B4-BE49-F238E27FC236}">
                <a16:creationId xmlns:a16="http://schemas.microsoft.com/office/drawing/2014/main" id="{EFEA61C8-4DBE-4569-9B74-E89D8E9D98AF}"/>
              </a:ext>
            </a:extLst>
          </p:cNvPr>
          <p:cNvSpPr>
            <a:spLocks xmlns:a="http://schemas.openxmlformats.org/drawingml/2006/main" noGrp="1"/>
          </p:cNvSpPr>
          <p:nvPr/>
        </p:nvSpPr>
        <p:spPr>
          <a:xfrm xmlns:a="http://schemas.openxmlformats.org/drawingml/2006/main">
            <a:off x="609600" y="1066800"/>
            <a:ext cx="895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150" b="1">
                <a:solidFill>
                  <a:srgbClr val="11110F"/>
                </a:solidFill>
                <a:latin typeface="Arial"/>
                <a:ea typeface="Arial"/>
                <a:cs typeface="Arial"/>
              </a:defRPr>
            </a:pPr>
            <a:r>
              <a:rPr sz="3150" b="1">
                <a:solidFill>
                  <a:srgbClr val="11110F"/>
                </a:solidFill>
                <a:latin typeface="Arial"/>
                <a:ea typeface="Arial"/>
                <a:cs typeface="Arial"/>
              </a:rPr>
              <a:t>Three answers before you leave</a:t>
            </a:r>
          </a:p>
        </p:txBody>
      </p:sp>
      <p:sp>
        <p:nvSpPr>
          <p:cNvPr id="9" name="">
            <a:extLst xmlns:a="http://schemas.openxmlformats.org/drawingml/2006/main">
              <a:ext uri="{FF2B5EF4-FFF2-40B4-BE49-F238E27FC236}">
                <a16:creationId xmlns:a16="http://schemas.microsoft.com/office/drawing/2014/main" id="{8089FB56-DC5F-4041-BE2B-0A2330C03060}"/>
              </a:ext>
            </a:extLst>
          </p:cNvPr>
          <p:cNvSpPr>
            <a:spLocks xmlns:a="http://schemas.openxmlformats.org/drawingml/2006/main" noGrp="1"/>
          </p:cNvSpPr>
          <p:nvPr/>
        </p:nvSpPr>
        <p:spPr>
          <a:xfrm xmlns:a="http://schemas.openxmlformats.org/drawingml/2006/main">
            <a:off x="609600" y="2114550"/>
            <a:ext cx="781050" cy="781050"/>
          </a:xfrm>
          <a:prstGeom xmlns:a="http://schemas.openxmlformats.org/drawingml/2006/main" prst="roundRect">
            <a:avLst>
              <a:gd name="adj" fmla="val 14634"/>
            </a:avLst>
          </a:prstGeom>
          <a:solidFill xmlns:a="http://schemas.openxmlformats.org/drawingml/2006/main">
            <a:srgbClr val="2448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700E82D-41F3-4D7E-8912-43C4C40BE5BA}"/>
              </a:ext>
            </a:extLst>
          </p:cNvPr>
          <p:cNvSpPr>
            <a:spLocks xmlns:a="http://schemas.openxmlformats.org/drawingml/2006/main" noGrp="1"/>
          </p:cNvSpPr>
          <p:nvPr/>
        </p:nvSpPr>
        <p:spPr>
          <a:xfrm xmlns:a="http://schemas.openxmlformats.org/drawingml/2006/main">
            <a:off x="609600" y="238125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FFFFFF"/>
                </a:solidFill>
                <a:latin typeface="Courier New"/>
                <a:ea typeface="Courier New"/>
                <a:cs typeface="Courier New"/>
              </a:defRPr>
            </a:pPr>
            <a:r>
              <a:rPr sz="1200" b="1">
                <a:solidFill>
                  <a:srgbClr val="FFFFFF"/>
                </a:solidFill>
                <a:latin typeface="Courier New"/>
                <a:ea typeface="Courier New"/>
                <a:cs typeface="Courier New"/>
              </a:rPr>
              <a:t>01</a:t>
            </a:r>
          </a:p>
        </p:txBody>
      </p:sp>
      <p:sp>
        <p:nvSpPr>
          <p:cNvPr id="11" name="">
            <a:extLst xmlns:a="http://schemas.openxmlformats.org/drawingml/2006/main">
              <a:ext uri="{FF2B5EF4-FFF2-40B4-BE49-F238E27FC236}">
                <a16:creationId xmlns:a16="http://schemas.microsoft.com/office/drawing/2014/main" id="{DEF15141-3EB7-47A3-A0E2-25EA1AF2A828}"/>
              </a:ext>
            </a:extLst>
          </p:cNvPr>
          <p:cNvSpPr>
            <a:spLocks xmlns:a="http://schemas.openxmlformats.org/drawingml/2006/main" noGrp="1"/>
          </p:cNvSpPr>
          <p:nvPr/>
        </p:nvSpPr>
        <p:spPr>
          <a:xfrm xmlns:a="http://schemas.openxmlformats.org/drawingml/2006/main">
            <a:off x="1714500" y="2305050"/>
            <a:ext cx="8801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0F"/>
                </a:solidFill>
                <a:latin typeface="Arial"/>
                <a:ea typeface="Arial"/>
                <a:cs typeface="Arial"/>
              </a:defRPr>
            </a:pPr>
            <a:r>
              <a:rPr sz="1875" b="1">
                <a:solidFill>
                  <a:srgbClr val="11110F"/>
                </a:solidFill>
                <a:latin typeface="Arial"/>
                <a:ea typeface="Arial"/>
                <a:cs typeface="Arial"/>
              </a:rPr>
              <a:t>What can invalidate a reproducible estimate?</a:t>
            </a:r>
          </a:p>
        </p:txBody>
      </p:sp>
      <p:sp>
        <p:nvSpPr>
          <p:cNvPr id="12" name="">
            <a:extLst xmlns:a="http://schemas.openxmlformats.org/drawingml/2006/main">
              <a:ext uri="{FF2B5EF4-FFF2-40B4-BE49-F238E27FC236}">
                <a16:creationId xmlns:a16="http://schemas.microsoft.com/office/drawing/2014/main" id="{4268ECE2-0FDE-40D7-ADA2-B30FE8A8DFFD}"/>
              </a:ext>
            </a:extLst>
          </p:cNvPr>
          <p:cNvSpPr>
            <a:spLocks xmlns:a="http://schemas.openxmlformats.org/drawingml/2006/main" noGrp="1"/>
          </p:cNvSpPr>
          <p:nvPr/>
        </p:nvSpPr>
        <p:spPr>
          <a:xfrm xmlns:a="http://schemas.openxmlformats.org/drawingml/2006/main">
            <a:off x="1714500" y="2876550"/>
            <a:ext cx="8801100" cy="9525"/>
          </a:xfrm>
          <a:prstGeom xmlns:a="http://schemas.openxmlformats.org/drawingml/2006/main" prst="rect">
            <a:avLst/>
          </a:prstGeom>
          <a:solidFill xmlns:a="http://schemas.openxmlformats.org/drawingml/2006/main">
            <a:srgbClr val="C8C7B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1C6151D-0BB1-4A05-BD99-17E65EA9F5B7}"/>
              </a:ext>
            </a:extLst>
          </p:cNvPr>
          <p:cNvSpPr>
            <a:spLocks xmlns:a="http://schemas.openxmlformats.org/drawingml/2006/main" noGrp="1"/>
          </p:cNvSpPr>
          <p:nvPr/>
        </p:nvSpPr>
        <p:spPr>
          <a:xfrm xmlns:a="http://schemas.openxmlformats.org/drawingml/2006/main">
            <a:off x="609600" y="3181350"/>
            <a:ext cx="781050" cy="781050"/>
          </a:xfrm>
          <a:prstGeom xmlns:a="http://schemas.openxmlformats.org/drawingml/2006/main" prst="roundRect">
            <a:avLst>
              <a:gd name="adj" fmla="val 14634"/>
            </a:avLst>
          </a:prstGeom>
          <a:solidFill xmlns:a="http://schemas.openxmlformats.org/drawingml/2006/main">
            <a:srgbClr val="2448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D999DAE-9AD2-49B0-9453-EF1D94D85174}"/>
              </a:ext>
            </a:extLst>
          </p:cNvPr>
          <p:cNvSpPr>
            <a:spLocks xmlns:a="http://schemas.openxmlformats.org/drawingml/2006/main" noGrp="1"/>
          </p:cNvSpPr>
          <p:nvPr/>
        </p:nvSpPr>
        <p:spPr>
          <a:xfrm xmlns:a="http://schemas.openxmlformats.org/drawingml/2006/main">
            <a:off x="609600" y="344805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FFFFFF"/>
                </a:solidFill>
                <a:latin typeface="Courier New"/>
                <a:ea typeface="Courier New"/>
                <a:cs typeface="Courier New"/>
              </a:defRPr>
            </a:pPr>
            <a:r>
              <a:rPr sz="1200" b="1">
                <a:solidFill>
                  <a:srgbClr val="FFFFFF"/>
                </a:solidFill>
                <a:latin typeface="Courier New"/>
                <a:ea typeface="Courier New"/>
                <a:cs typeface="Courier New"/>
              </a:rPr>
              <a:t>02</a:t>
            </a:r>
          </a:p>
        </p:txBody>
      </p:sp>
      <p:sp>
        <p:nvSpPr>
          <p:cNvPr id="15" name="">
            <a:extLst xmlns:a="http://schemas.openxmlformats.org/drawingml/2006/main">
              <a:ext uri="{FF2B5EF4-FFF2-40B4-BE49-F238E27FC236}">
                <a16:creationId xmlns:a16="http://schemas.microsoft.com/office/drawing/2014/main" id="{0AEBF45E-CF20-46C2-A8EB-364484F86594}"/>
              </a:ext>
            </a:extLst>
          </p:cNvPr>
          <p:cNvSpPr>
            <a:spLocks xmlns:a="http://schemas.openxmlformats.org/drawingml/2006/main" noGrp="1"/>
          </p:cNvSpPr>
          <p:nvPr/>
        </p:nvSpPr>
        <p:spPr>
          <a:xfrm xmlns:a="http://schemas.openxmlformats.org/drawingml/2006/main">
            <a:off x="1714500" y="3371850"/>
            <a:ext cx="8801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0F"/>
                </a:solidFill>
                <a:latin typeface="Arial"/>
                <a:ea typeface="Arial"/>
                <a:cs typeface="Arial"/>
              </a:defRPr>
            </a:pPr>
            <a:r>
              <a:rPr sz="1875" b="1">
                <a:solidFill>
                  <a:srgbClr val="11110F"/>
                </a:solidFill>
                <a:latin typeface="Arial"/>
                <a:ea typeface="Arial"/>
                <a:cs typeface="Arial"/>
              </a:rPr>
              <a:t>Which provenance field will you add next time?</a:t>
            </a:r>
          </a:p>
        </p:txBody>
      </p:sp>
      <p:sp>
        <p:nvSpPr>
          <p:cNvPr id="16" name="">
            <a:extLst xmlns:a="http://schemas.openxmlformats.org/drawingml/2006/main">
              <a:ext uri="{FF2B5EF4-FFF2-40B4-BE49-F238E27FC236}">
                <a16:creationId xmlns:a16="http://schemas.microsoft.com/office/drawing/2014/main" id="{B846AEBC-F6FE-456A-8825-DADB7053C88D}"/>
              </a:ext>
            </a:extLst>
          </p:cNvPr>
          <p:cNvSpPr>
            <a:spLocks xmlns:a="http://schemas.openxmlformats.org/drawingml/2006/main" noGrp="1"/>
          </p:cNvSpPr>
          <p:nvPr/>
        </p:nvSpPr>
        <p:spPr>
          <a:xfrm xmlns:a="http://schemas.openxmlformats.org/drawingml/2006/main">
            <a:off x="1714500" y="3943350"/>
            <a:ext cx="8801100" cy="9525"/>
          </a:xfrm>
          <a:prstGeom xmlns:a="http://schemas.openxmlformats.org/drawingml/2006/main" prst="rect">
            <a:avLst/>
          </a:prstGeom>
          <a:solidFill xmlns:a="http://schemas.openxmlformats.org/drawingml/2006/main">
            <a:srgbClr val="C8C7B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1B77D34-15E0-4277-BD04-57890FB66EAB}"/>
              </a:ext>
            </a:extLst>
          </p:cNvPr>
          <p:cNvSpPr>
            <a:spLocks xmlns:a="http://schemas.openxmlformats.org/drawingml/2006/main" noGrp="1"/>
          </p:cNvSpPr>
          <p:nvPr/>
        </p:nvSpPr>
        <p:spPr>
          <a:xfrm xmlns:a="http://schemas.openxmlformats.org/drawingml/2006/main">
            <a:off x="609600" y="4248150"/>
            <a:ext cx="781050" cy="781050"/>
          </a:xfrm>
          <a:prstGeom xmlns:a="http://schemas.openxmlformats.org/drawingml/2006/main" prst="roundRect">
            <a:avLst>
              <a:gd name="adj" fmla="val 14634"/>
            </a:avLst>
          </a:prstGeom>
          <a:solidFill xmlns:a="http://schemas.openxmlformats.org/drawingml/2006/main">
            <a:srgbClr val="D8FF4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1AA9679-C708-4827-8F46-2656779FEFE2}"/>
              </a:ext>
            </a:extLst>
          </p:cNvPr>
          <p:cNvSpPr>
            <a:spLocks xmlns:a="http://schemas.openxmlformats.org/drawingml/2006/main" noGrp="1"/>
          </p:cNvSpPr>
          <p:nvPr/>
        </p:nvSpPr>
        <p:spPr>
          <a:xfrm xmlns:a="http://schemas.openxmlformats.org/drawingml/2006/main">
            <a:off x="609600" y="451485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11110F"/>
                </a:solidFill>
                <a:latin typeface="Courier New"/>
                <a:ea typeface="Courier New"/>
                <a:cs typeface="Courier New"/>
              </a:defRPr>
            </a:pPr>
            <a:r>
              <a:rPr sz="1200" b="1">
                <a:solidFill>
                  <a:srgbClr val="11110F"/>
                </a:solidFill>
                <a:latin typeface="Courier New"/>
                <a:ea typeface="Courier New"/>
                <a:cs typeface="Courier New"/>
              </a:rPr>
              <a:t>03</a:t>
            </a:r>
          </a:p>
        </p:txBody>
      </p:sp>
      <p:sp>
        <p:nvSpPr>
          <p:cNvPr id="19" name="">
            <a:extLst xmlns:a="http://schemas.openxmlformats.org/drawingml/2006/main">
              <a:ext uri="{FF2B5EF4-FFF2-40B4-BE49-F238E27FC236}">
                <a16:creationId xmlns:a16="http://schemas.microsoft.com/office/drawing/2014/main" id="{221DDF17-31CD-4C8D-A637-EDC5D331B8F1}"/>
              </a:ext>
            </a:extLst>
          </p:cNvPr>
          <p:cNvSpPr>
            <a:spLocks xmlns:a="http://schemas.openxmlformats.org/drawingml/2006/main" noGrp="1"/>
          </p:cNvSpPr>
          <p:nvPr/>
        </p:nvSpPr>
        <p:spPr>
          <a:xfrm xmlns:a="http://schemas.openxmlformats.org/drawingml/2006/main">
            <a:off x="1714500" y="4438650"/>
            <a:ext cx="8801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0F"/>
                </a:solidFill>
                <a:latin typeface="Arial"/>
                <a:ea typeface="Arial"/>
                <a:cs typeface="Arial"/>
              </a:defRPr>
            </a:pPr>
            <a:r>
              <a:rPr sz="1875" b="1">
                <a:solidFill>
                  <a:srgbClr val="11110F"/>
                </a:solidFill>
                <a:latin typeface="Arial"/>
                <a:ea typeface="Arial"/>
                <a:cs typeface="Arial"/>
              </a:rPr>
              <a:t>Did you independently recover 56 / 4 / 2.6679167?</a:t>
            </a:r>
          </a:p>
        </p:txBody>
      </p:sp>
      <p:sp>
        <p:nvSpPr>
          <p:cNvPr id="20" name="">
            <a:extLst xmlns:a="http://schemas.openxmlformats.org/drawingml/2006/main">
              <a:ext uri="{FF2B5EF4-FFF2-40B4-BE49-F238E27FC236}">
                <a16:creationId xmlns:a16="http://schemas.microsoft.com/office/drawing/2014/main" id="{B8FF3F1D-EC10-40C2-9078-678E2FD50B3F}"/>
              </a:ext>
            </a:extLst>
          </p:cNvPr>
          <p:cNvSpPr>
            <a:spLocks xmlns:a="http://schemas.openxmlformats.org/drawingml/2006/main" noGrp="1"/>
          </p:cNvSpPr>
          <p:nvPr/>
        </p:nvSpPr>
        <p:spPr>
          <a:xfrm xmlns:a="http://schemas.openxmlformats.org/drawingml/2006/main">
            <a:off x="1714500" y="5010150"/>
            <a:ext cx="8801100" cy="9525"/>
          </a:xfrm>
          <a:prstGeom xmlns:a="http://schemas.openxmlformats.org/drawingml/2006/main" prst="rect">
            <a:avLst/>
          </a:prstGeom>
          <a:solidFill xmlns:a="http://schemas.openxmlformats.org/drawingml/2006/main">
            <a:srgbClr val="C8C7B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3833C69-3493-422C-ABFB-099003360BC2}"/>
              </a:ext>
            </a:extLst>
          </p:cNvPr>
          <p:cNvSpPr>
            <a:spLocks xmlns:a="http://schemas.openxmlformats.org/drawingml/2006/main" noGrp="1"/>
          </p:cNvSpPr>
          <p:nvPr/>
        </p:nvSpPr>
        <p:spPr>
          <a:xfrm xmlns:a="http://schemas.openxmlformats.org/drawingml/2006/main">
            <a:off x="609600" y="5562600"/>
            <a:ext cx="4000500" cy="323850"/>
          </a:xfrm>
          <a:prstGeom xmlns:a="http://schemas.openxmlformats.org/drawingml/2006/main" prst="roundRect">
            <a:avLst>
              <a:gd name="adj" fmla="val 35294"/>
            </a:avLst>
          </a:prstGeom>
          <a:solidFill xmlns:a="http://schemas.openxmlformats.org/drawingml/2006/main">
            <a:srgbClr val="11110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BE434CB-2587-4CD1-850F-572D215500ED}"/>
              </a:ext>
            </a:extLst>
          </p:cNvPr>
          <p:cNvSpPr>
            <a:spLocks xmlns:a="http://schemas.openxmlformats.org/drawingml/2006/main" noGrp="1"/>
          </p:cNvSpPr>
          <p:nvPr/>
        </p:nvSpPr>
        <p:spPr>
          <a:xfrm xmlns:a="http://schemas.openxmlformats.org/drawingml/2006/main">
            <a:off x="723900" y="5638800"/>
            <a:ext cx="3771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D8FF4E"/>
                </a:solidFill>
                <a:latin typeface="Arial"/>
                <a:ea typeface="Arial"/>
                <a:cs typeface="Arial"/>
              </a:defRPr>
            </a:pPr>
            <a:r>
              <a:rPr sz="900" b="1">
                <a:solidFill>
                  <a:srgbClr val="D8FF4E"/>
                </a:solidFill>
                <a:latin typeface="Arial"/>
                <a:ea typeface="Arial"/>
                <a:cs typeface="Arial"/>
              </a:rPr>
              <a:t>PASS = SECOND PERSON, PUBLIC FILES ONLY</a:t>
            </a:r>
          </a:p>
        </p:txBody>
      </p:sp>
      <p:sp>
        <p:nvSpPr>
          <p:cNvPr id="23" name="">
            <a:extLst xmlns:a="http://schemas.openxmlformats.org/drawingml/2006/main">
              <a:ext uri="{FF2B5EF4-FFF2-40B4-BE49-F238E27FC236}">
                <a16:creationId xmlns:a16="http://schemas.microsoft.com/office/drawing/2014/main" id="{87108637-D2DA-4AE2-A344-6A874D2BA182}"/>
              </a:ext>
            </a:extLst>
          </p:cNvPr>
          <p:cNvSpPr>
            <a:spLocks xmlns:a="http://schemas.openxmlformats.org/drawingml/2006/main" noGrp="1"/>
          </p:cNvSpPr>
          <p:nvPr/>
        </p:nvSpPr>
        <p:spPr>
          <a:xfrm xmlns:a="http://schemas.openxmlformats.org/drawingml/2006/main">
            <a:off x="4933950" y="5629275"/>
            <a:ext cx="632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b="1">
                <a:solidFill>
                  <a:srgbClr val="676A64"/>
                </a:solidFill>
                <a:latin typeface="Arial"/>
                <a:ea typeface="Arial"/>
                <a:cs typeface="Arial"/>
              </a:defRPr>
            </a:pPr>
            <a:r>
              <a:rPr sz="1125" b="1">
                <a:solidFill>
                  <a:srgbClr val="676A64"/>
                </a:solidFill>
                <a:latin typeface="Arial"/>
                <a:ea typeface="Arial"/>
                <a:cs typeface="Arial"/>
              </a:rPr>
              <a:t>Workshop metrics remain zero until live delivery and archived evidence.</a:t>
            </a:r>
          </a:p>
        </p:txBody>
      </p:sp>
    </p:spTree>
    <p:extLst>
      <p:ext uri="{BB962C8B-B14F-4D97-AF65-F5344CB8AC3E}">
        <p14:creationId xmlns:p14="http://schemas.microsoft.com/office/powerpoint/2010/main" val="1720782255"/>
      </p:ext>
    </p:extLst>
  </p:cSld>
</p:sld>
</file>

<file path=ppt/slides/slide14.xml><?xml version="1.0" encoding="utf-8"?>
<p:sld xmlns:p="http://schemas.openxmlformats.org/presentationml/2006/main">
  <p:cSld>
    <p:bg>
      <p:bgPr>
        <a:solidFill xmlns:a="http://schemas.openxmlformats.org/drawingml/2006/main">
          <a:srgbClr val="2448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A0FC03F-4852-496C-86F4-B1539D42C3A6}"/>
              </a:ext>
            </a:extLst>
          </p:cNvPr>
          <p:cNvSpPr>
            <a:spLocks xmlns:a="http://schemas.openxmlformats.org/drawingml/2006/main" noGrp="1"/>
          </p:cNvSpPr>
          <p:nvPr/>
        </p:nvSpPr>
        <p:spPr>
          <a:xfrm xmlns:a="http://schemas.openxmlformats.org/drawingml/2006/main">
            <a:off x="609600" y="457200"/>
            <a:ext cx="266700" cy="266700"/>
          </a:xfrm>
          <a:prstGeom xmlns:a="http://schemas.openxmlformats.org/drawingml/2006/main" prst="rect">
            <a:avLst/>
          </a:prstGeom>
          <a:solidFill xmlns:a="http://schemas.openxmlformats.org/drawingml/2006/main">
            <a:srgbClr val="D8FF4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8C23212-D9CB-456D-9AF9-1A93D28AA861}"/>
              </a:ext>
            </a:extLst>
          </p:cNvPr>
          <p:cNvSpPr>
            <a:spLocks xmlns:a="http://schemas.openxmlformats.org/drawingml/2006/main" noGrp="1"/>
          </p:cNvSpPr>
          <p:nvPr/>
        </p:nvSpPr>
        <p:spPr>
          <a:xfrm xmlns:a="http://schemas.openxmlformats.org/drawingml/2006/main">
            <a:off x="685800" y="533400"/>
            <a:ext cx="114300" cy="114300"/>
          </a:xfrm>
          <a:prstGeom xmlns:a="http://schemas.openxmlformats.org/drawingml/2006/main" prst="rect">
            <a:avLst/>
          </a:prstGeom>
          <a:solidFill xmlns:a="http://schemas.openxmlformats.org/drawingml/2006/main">
            <a:srgbClr val="11110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446F87F-9748-4F35-AE0A-C31E7BA61005}"/>
              </a:ext>
            </a:extLst>
          </p:cNvPr>
          <p:cNvSpPr>
            <a:spLocks xmlns:a="http://schemas.openxmlformats.org/drawingml/2006/main" noGrp="1"/>
          </p:cNvSpPr>
          <p:nvPr/>
        </p:nvSpPr>
        <p:spPr>
          <a:xfrm xmlns:a="http://schemas.openxmlformats.org/drawingml/2006/main">
            <a:off x="1009650" y="47625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MENA OPEN DATA &amp; EVIDENCE LAB</a:t>
            </a:r>
          </a:p>
        </p:txBody>
      </p:sp>
      <p:sp>
        <p:nvSpPr>
          <p:cNvPr id="4" name="">
            <a:extLst xmlns:a="http://schemas.openxmlformats.org/drawingml/2006/main">
              <a:ext uri="{FF2B5EF4-FFF2-40B4-BE49-F238E27FC236}">
                <a16:creationId xmlns:a16="http://schemas.microsoft.com/office/drawing/2014/main" id="{5A955DA9-36A8-4B19-B3AC-317E28AE745E}"/>
              </a:ext>
            </a:extLst>
          </p:cNvPr>
          <p:cNvSpPr>
            <a:spLocks xmlns:a="http://schemas.openxmlformats.org/drawingml/2006/main" noGrp="1"/>
          </p:cNvSpPr>
          <p:nvPr/>
        </p:nvSpPr>
        <p:spPr>
          <a:xfrm xmlns:a="http://schemas.openxmlformats.org/drawingml/2006/main">
            <a:off x="609600" y="156210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D8FF4E"/>
                </a:solidFill>
                <a:latin typeface="Arial"/>
                <a:ea typeface="Arial"/>
                <a:cs typeface="Arial"/>
              </a:defRPr>
            </a:pPr>
            <a:r>
              <a:rPr sz="1650" b="1">
                <a:solidFill>
                  <a:srgbClr val="D8FF4E"/>
                </a:solidFill>
                <a:latin typeface="Arial"/>
                <a:ea typeface="Arial"/>
                <a:cs typeface="Arial"/>
              </a:rPr>
              <a:t>A RESULT BECOMES INFRASTRUCTURE</a:t>
            </a:r>
          </a:p>
        </p:txBody>
      </p:sp>
      <p:sp>
        <p:nvSpPr>
          <p:cNvPr id="5" name="">
            <a:extLst xmlns:a="http://schemas.openxmlformats.org/drawingml/2006/main">
              <a:ext uri="{FF2B5EF4-FFF2-40B4-BE49-F238E27FC236}">
                <a16:creationId xmlns:a16="http://schemas.microsoft.com/office/drawing/2014/main" id="{AD1A217E-5298-46B4-9B07-AD01CA306966}"/>
              </a:ext>
            </a:extLst>
          </p:cNvPr>
          <p:cNvSpPr>
            <a:spLocks xmlns:a="http://schemas.openxmlformats.org/drawingml/2006/main" noGrp="1"/>
          </p:cNvSpPr>
          <p:nvPr/>
        </p:nvSpPr>
        <p:spPr>
          <a:xfrm xmlns:a="http://schemas.openxmlformats.org/drawingml/2006/main">
            <a:off x="609600" y="2133600"/>
            <a:ext cx="103822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5175" b="1">
                <a:solidFill>
                  <a:srgbClr val="FFFFFF"/>
                </a:solidFill>
                <a:latin typeface="Arial"/>
                <a:ea typeface="Arial"/>
                <a:cs typeface="Arial"/>
              </a:defRPr>
            </a:pPr>
            <a:r>
              <a:rPr sz="5175" b="1">
                <a:solidFill>
                  <a:srgbClr val="FFFFFF"/>
                </a:solidFill>
                <a:latin typeface="Arial"/>
                <a:ea typeface="Arial"/>
                <a:cs typeface="Arial"/>
              </a:rPr>
              <a:t>when someone else</a:t>
            </a:r>
          </a:p>
          <a:p xmlns:a="http://schemas.openxmlformats.org/drawingml/2006/main">
            <a:pPr algn="l">
              <a:defRPr sz="5175" b="1">
                <a:solidFill>
                  <a:srgbClr val="FFFFFF"/>
                </a:solidFill>
                <a:latin typeface="Arial"/>
                <a:ea typeface="Arial"/>
                <a:cs typeface="Arial"/>
              </a:defRPr>
            </a:pPr>
            <a:r>
              <a:rPr sz="5175" b="1">
                <a:solidFill>
                  <a:srgbClr val="FFFFFF"/>
                </a:solidFill>
                <a:latin typeface="Arial"/>
                <a:ea typeface="Arial"/>
                <a:cs typeface="Arial"/>
              </a:rPr>
              <a:t>can run it.</a:t>
            </a:r>
          </a:p>
        </p:txBody>
      </p:sp>
      <p:sp>
        <p:nvSpPr>
          <p:cNvPr id="6" name="">
            <a:extLst xmlns:a="http://schemas.openxmlformats.org/drawingml/2006/main">
              <a:ext uri="{FF2B5EF4-FFF2-40B4-BE49-F238E27FC236}">
                <a16:creationId xmlns:a16="http://schemas.microsoft.com/office/drawing/2014/main" id="{81E07B72-83E1-44CA-BF90-0C54F9437034}"/>
              </a:ext>
            </a:extLst>
          </p:cNvPr>
          <p:cNvSpPr>
            <a:spLocks xmlns:a="http://schemas.openxmlformats.org/drawingml/2006/main" noGrp="1"/>
          </p:cNvSpPr>
          <p:nvPr/>
        </p:nvSpPr>
        <p:spPr>
          <a:xfrm xmlns:a="http://schemas.openxmlformats.org/drawingml/2006/main">
            <a:off x="609600" y="4324350"/>
            <a:ext cx="10572750" cy="9525"/>
          </a:xfrm>
          <a:prstGeom xmlns:a="http://schemas.openxmlformats.org/drawingml/2006/main" prst="rect">
            <a:avLst/>
          </a:prstGeom>
          <a:solidFill xmlns:a="http://schemas.openxmlformats.org/drawingml/2006/main">
            <a:srgbClr val="8DA0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5C5C391-0B68-4574-93BC-D4E04E39D79A}"/>
              </a:ext>
            </a:extLst>
          </p:cNvPr>
          <p:cNvSpPr>
            <a:spLocks xmlns:a="http://schemas.openxmlformats.org/drawingml/2006/main" noGrp="1"/>
          </p:cNvSpPr>
          <p:nvPr/>
        </p:nvSpPr>
        <p:spPr>
          <a:xfrm xmlns:a="http://schemas.openxmlformats.org/drawingml/2006/main">
            <a:off x="609600" y="4629150"/>
            <a:ext cx="9048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E0E5FF"/>
                </a:solidFill>
                <a:latin typeface="Arial"/>
                <a:ea typeface="Arial"/>
                <a:cs typeface="Arial"/>
              </a:defRPr>
            </a:pPr>
            <a:r>
              <a:rPr sz="1650" b="0">
                <a:solidFill>
                  <a:srgbClr val="E0E5FF"/>
                </a:solidFill>
                <a:latin typeface="Arial"/>
                <a:ea typeface="Arial"/>
                <a:cs typeface="Arial"/>
              </a:rPr>
              <a:t>Keep the handoff folder intact. Log discrepancies. Cite the release you actually used.</a:t>
            </a:r>
          </a:p>
        </p:txBody>
      </p:sp>
      <p:sp>
        <p:nvSpPr>
          <p:cNvPr id="8" name="">
            <a:extLst xmlns:a="http://schemas.openxmlformats.org/drawingml/2006/main">
              <a:ext uri="{FF2B5EF4-FFF2-40B4-BE49-F238E27FC236}">
                <a16:creationId xmlns:a16="http://schemas.microsoft.com/office/drawing/2014/main" id="{96266D7F-63BE-4898-8A67-59B960E8F13D}"/>
              </a:ext>
            </a:extLst>
          </p:cNvPr>
          <p:cNvSpPr>
            <a:spLocks xmlns:a="http://schemas.openxmlformats.org/drawingml/2006/main" noGrp="1"/>
          </p:cNvSpPr>
          <p:nvPr/>
        </p:nvSpPr>
        <p:spPr>
          <a:xfrm xmlns:a="http://schemas.openxmlformats.org/drawingml/2006/main">
            <a:off x="609600" y="5619750"/>
            <a:ext cx="3295650" cy="323850"/>
          </a:xfrm>
          <a:prstGeom xmlns:a="http://schemas.openxmlformats.org/drawingml/2006/main" prst="roundRect">
            <a:avLst>
              <a:gd name="adj" fmla="val 35294"/>
            </a:avLst>
          </a:prstGeom>
          <a:solidFill xmlns:a="http://schemas.openxmlformats.org/drawingml/2006/main">
            <a:srgbClr val="D8FF4E"/>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7911898-2659-47A9-A9B1-39A04866DDAA}"/>
              </a:ext>
            </a:extLst>
          </p:cNvPr>
          <p:cNvSpPr>
            <a:spLocks xmlns:a="http://schemas.openxmlformats.org/drawingml/2006/main" noGrp="1"/>
          </p:cNvSpPr>
          <p:nvPr/>
        </p:nvSpPr>
        <p:spPr>
          <a:xfrm xmlns:a="http://schemas.openxmlformats.org/drawingml/2006/main">
            <a:off x="723900" y="5695950"/>
            <a:ext cx="3067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11110F"/>
                </a:solidFill>
                <a:latin typeface="Arial"/>
                <a:ea typeface="Arial"/>
                <a:cs typeface="Arial"/>
              </a:defRPr>
            </a:pPr>
            <a:r>
              <a:rPr sz="900" b="1">
                <a:solidFill>
                  <a:srgbClr val="11110F"/>
                </a:solidFill>
                <a:latin typeface="Arial"/>
                <a:ea typeface="Arial"/>
                <a:cs typeface="Arial"/>
              </a:rPr>
              <a:t>MATERIALS: PUBLIC WORKSHOP FOLDER</a:t>
            </a:r>
          </a:p>
        </p:txBody>
      </p:sp>
      <p:sp>
        <p:nvSpPr>
          <p:cNvPr id="10" name="">
            <a:extLst xmlns:a="http://schemas.openxmlformats.org/drawingml/2006/main">
              <a:ext uri="{FF2B5EF4-FFF2-40B4-BE49-F238E27FC236}">
                <a16:creationId xmlns:a16="http://schemas.microsoft.com/office/drawing/2014/main" id="{94C5CEC3-70AC-4A02-9763-B74EE17DB22E}"/>
              </a:ext>
            </a:extLst>
          </p:cNvPr>
          <p:cNvSpPr>
            <a:spLocks xmlns:a="http://schemas.openxmlformats.org/drawingml/2006/main" noGrp="1"/>
          </p:cNvSpPr>
          <p:nvPr/>
        </p:nvSpPr>
        <p:spPr>
          <a:xfrm xmlns:a="http://schemas.openxmlformats.org/drawingml/2006/main">
            <a:off x="7429500" y="5705475"/>
            <a:ext cx="3752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b="1">
                <a:solidFill>
                  <a:srgbClr val="FFFFFF"/>
                </a:solidFill>
                <a:latin typeface="Arial"/>
                <a:ea typeface="Arial"/>
                <a:cs typeface="Arial"/>
              </a:defRPr>
            </a:pPr>
            <a:r>
              <a:rPr sz="1125" b="1">
                <a:solidFill>
                  <a:srgbClr val="FFFFFF"/>
                </a:solidFill>
                <a:latin typeface="Arial"/>
                <a:ea typeface="Arial"/>
                <a:cs typeface="Arial"/>
              </a:rPr>
              <a:t>Workshop 001 • scheduled 23 August 2026</a:t>
            </a:r>
          </a:p>
        </p:txBody>
      </p:sp>
      <p:sp>
        <p:nvSpPr>
          <p:cNvPr id="11" name="">
            <a:extLst xmlns:a="http://schemas.openxmlformats.org/drawingml/2006/main">
              <a:ext uri="{FF2B5EF4-FFF2-40B4-BE49-F238E27FC236}">
                <a16:creationId xmlns:a16="http://schemas.microsoft.com/office/drawing/2014/main" id="{4593970A-376A-48D2-8690-E71F1266F49E}"/>
              </a:ext>
            </a:extLst>
          </p:cNvPr>
          <p:cNvSpPr>
            <a:spLocks xmlns:a="http://schemas.openxmlformats.org/drawingml/2006/main" noGrp="1"/>
          </p:cNvSpPr>
          <p:nvPr/>
        </p:nvSpPr>
        <p:spPr>
          <a:xfrm xmlns:a="http://schemas.openxmlformats.org/drawingml/2006/main">
            <a:off x="11029950" y="643890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C7D0FF"/>
                </a:solidFill>
                <a:latin typeface="Courier New"/>
                <a:ea typeface="Courier New"/>
                <a:cs typeface="Courier New"/>
              </a:defRPr>
            </a:pPr>
            <a:r>
              <a:rPr sz="900" b="1">
                <a:solidFill>
                  <a:srgbClr val="C7D0FF"/>
                </a:solidFill>
                <a:latin typeface="Courier New"/>
                <a:ea typeface="Courier New"/>
                <a:cs typeface="Courier New"/>
              </a:rPr>
              <a:t>14</a:t>
            </a:r>
          </a:p>
        </p:txBody>
      </p:sp>
    </p:spTree>
    <p:extLst>
      <p:ext uri="{BB962C8B-B14F-4D97-AF65-F5344CB8AC3E}">
        <p14:creationId xmlns:p14="http://schemas.microsoft.com/office/powerpoint/2010/main" val="14678649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2026-08-13T15:05:58.9600000Z</dcterms:created>
  <dcterms:modified xsi:type="dcterms:W3CDTF">2026-08-13T15:05:58.9600000Z</dcterms:modified>
</coreProperties>
</file>